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g" ContentType="image/jpe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3.xml" ContentType="application/vnd.openxmlformats-officedocument.presentationml.notesSlide+xml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pt-PT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938813" name="Espaço reservado para o cabeçalh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508524677" name="Espaço reservado para a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pt-PT"/>
              <a:t>10/30/2013</a:t>
            </a:fld>
            <a:endParaRPr lang="pt-PT"/>
          </a:p>
        </p:txBody>
      </p:sp>
      <p:sp>
        <p:nvSpPr>
          <p:cNvPr id="581705310" name="Espaço reservado para imagem de diapositivo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pt-PT"/>
          </a:p>
        </p:txBody>
      </p:sp>
      <p:sp>
        <p:nvSpPr>
          <p:cNvPr id="1817709543" name="Espaço reservado às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909338608" name="Espaço reservado ao rodapé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710234682" name="Espaço reservado para o número do diapositivo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pt-PT"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020982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97773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759908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F84733-B226-9491-332F-1CCFD0675755}" type="slidenum">
              <a:rPr lang="pt-PT"/>
              <a:t/>
            </a:fld>
            <a:endParaRPr lang="pt-PT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238154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00652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11220264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DAD37F-3C27-3219-2F78-1C91AC7F2F54}" type="slidenum">
              <a:rPr lang="pt-PT"/>
              <a:t/>
            </a:fld>
            <a:endParaRPr lang="pt-PT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320508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7565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19265395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pt-PT"/>
              <a:t>1</a:t>
            </a:fld>
            <a:endParaRPr lang="pt-PT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08607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036022371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pt-PT"/>
              <a:t>Faça clique para editar o estilo</a:t>
            </a:r>
            <a:endParaRPr lang="pt-PT"/>
          </a:p>
        </p:txBody>
      </p:sp>
      <p:sp>
        <p:nvSpPr>
          <p:cNvPr id="17084378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046997857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464676386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940218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966745362" name="Marcador de Posição de Conteú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954701443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993675089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147508462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Cabeçalho da Sec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084027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618085553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453968348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306132319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681353583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769645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2023688444" name="Marcador de Posição de Conteú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661555888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125834775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330002229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77984530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2877127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582845715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884899871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641247426" name="Marcador de Posição do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551713026" name="Marcador de Posição de Conteú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163409132" name="Marcador de Posição da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677451662" name="Marcador de Posição do Rodapé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971455561" name="Marcador de Posição do Número do Diapositivo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998240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892951998" name="Marcador de Posição da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756234275" name="Marcador de Posição do Rodapé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700085600" name="Marcador de Posição do Número do Diapositivo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4470180" name="Marcador de Posição da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2065683802" name="Marcador de Posição do Rodapé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982296436" name="Marcador de Posição do Número do Diapositivo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údo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306232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803469469" name="Marcador de Posição de Conteú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255079220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879363129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4225310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946227716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m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4961262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450554310" name="Marcador de Posição da Imagem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pt-PT"/>
              <a:t>Clique no ícone para adicionar imagem</a:t>
            </a:r>
            <a:endParaRPr lang="pt-PT"/>
          </a:p>
        </p:txBody>
      </p:sp>
      <p:sp>
        <p:nvSpPr>
          <p:cNvPr id="681416228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18838677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465490913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434943905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3585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694531487" name="Marcador de Posição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980446198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731923610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29600296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79617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580394219" name="Marcador de Posição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316293117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138077347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276696217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44363" name="Marcador de Posição do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750930060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311410308" name="Marcador de Posição da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453104110" name="Marcador de Posição do Rodapé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666090886" name="Marcador de Posição do Número do Diapositivo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3742971" name=""/>
          <p:cNvPicPr>
            <a:picLocks noChangeAspect="1"/>
          </p:cNvPicPr>
          <p:nvPr/>
        </p:nvPicPr>
        <p:blipFill>
          <a:blip r:embed="rId3"/>
          <a:srcRect l="0" t="11484" r="0" b="11736"/>
          <a:stretch/>
        </p:blipFill>
        <p:spPr bwMode="auto">
          <a:xfrm flipH="0" flipV="0">
            <a:off x="284621" y="5310586"/>
            <a:ext cx="1748085" cy="1342162"/>
          </a:xfrm>
          <a:prstGeom prst="rect">
            <a:avLst/>
          </a:prstGeom>
        </p:spPr>
      </p:pic>
      <p:sp>
        <p:nvSpPr>
          <p:cNvPr id="623149419" name=""/>
          <p:cNvSpPr/>
          <p:nvPr/>
        </p:nvSpPr>
        <p:spPr bwMode="auto">
          <a:xfrm flipH="0" flipV="0">
            <a:off x="-10582" y="-10582"/>
            <a:ext cx="12213165" cy="6868581"/>
          </a:xfrm>
          <a:prstGeom prst="rect">
            <a:avLst/>
          </a:prstGeom>
          <a:noFill/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61467405" name=""/>
          <p:cNvSpPr/>
          <p:nvPr/>
        </p:nvSpPr>
        <p:spPr bwMode="auto">
          <a:xfrm flipH="0" flipV="0">
            <a:off x="914800" y="3868320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452224757" name=""/>
          <p:cNvSpPr/>
          <p:nvPr/>
        </p:nvSpPr>
        <p:spPr bwMode="auto">
          <a:xfrm flipH="0" flipV="0">
            <a:off x="5539761" y="1037428"/>
            <a:ext cx="1632130" cy="700740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with Google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574944202" name="Título 1"/>
          <p:cNvSpPr>
            <a:spLocks noGrp="1"/>
          </p:cNvSpPr>
          <p:nvPr/>
        </p:nvSpPr>
        <p:spPr bwMode="auto">
          <a:xfrm flipH="0" flipV="0">
            <a:off x="46952" y="10270"/>
            <a:ext cx="10151033" cy="855069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4800" b="1">
                <a:latin typeface="Times New Roman"/>
                <a:ea typeface="Times New Roman"/>
                <a:cs typeface="Times New Roman"/>
              </a:rPr>
              <a:t>N</a:t>
            </a:r>
            <a:r>
              <a:rPr sz="3600" b="1">
                <a:latin typeface="Times New Roman"/>
                <a:ea typeface="Times New Roman"/>
                <a:cs typeface="Times New Roman"/>
              </a:rPr>
              <a:t>eo </a:t>
            </a:r>
            <a:r>
              <a:rPr sz="4800" b="1">
                <a:latin typeface="Times New Roman"/>
                <a:ea typeface="Times New Roman"/>
                <a:cs typeface="Times New Roman"/>
              </a:rPr>
              <a:t>T</a:t>
            </a:r>
            <a:r>
              <a:rPr sz="3600" b="1">
                <a:latin typeface="Times New Roman"/>
                <a:ea typeface="Times New Roman"/>
                <a:cs typeface="Times New Roman"/>
              </a:rPr>
              <a:t>raining </a:t>
            </a:r>
            <a:r>
              <a:rPr sz="4800" b="1">
                <a:latin typeface="Times New Roman"/>
                <a:ea typeface="Times New Roman"/>
                <a:cs typeface="Times New Roman"/>
              </a:rPr>
              <a:t>S</a:t>
            </a:r>
            <a:r>
              <a:rPr sz="3600" b="1">
                <a:latin typeface="Times New Roman"/>
                <a:ea typeface="Times New Roman"/>
                <a:cs typeface="Times New Roman"/>
              </a:rPr>
              <a:t>erver – </a:t>
            </a:r>
            <a:r>
              <a:rPr sz="4800" b="1">
                <a:latin typeface="Times New Roman"/>
                <a:ea typeface="Times New Roman"/>
                <a:cs typeface="Times New Roman"/>
              </a:rPr>
              <a:t>T</a:t>
            </a:r>
            <a:r>
              <a:rPr sz="3600" b="1">
                <a:latin typeface="Times New Roman"/>
                <a:ea typeface="Times New Roman"/>
                <a:cs typeface="Times New Roman"/>
              </a:rPr>
              <a:t>ech </a:t>
            </a:r>
            <a:r>
              <a:rPr sz="4800" b="1">
                <a:latin typeface="Times New Roman"/>
                <a:ea typeface="Times New Roman"/>
                <a:cs typeface="Times New Roman"/>
              </a:rPr>
              <a:t>S</a:t>
            </a:r>
            <a:r>
              <a:rPr sz="3600" b="1">
                <a:latin typeface="Times New Roman"/>
                <a:ea typeface="Times New Roman"/>
                <a:cs typeface="Times New Roman"/>
              </a:rPr>
              <a:t>tack</a:t>
            </a:r>
            <a:endParaRPr sz="3600" b="1">
              <a:latin typeface="Times New Roman"/>
              <a:cs typeface="Times New Roman"/>
            </a:endParaRPr>
          </a:p>
        </p:txBody>
      </p:sp>
      <p:sp>
        <p:nvSpPr>
          <p:cNvPr id="435276045" name=""/>
          <p:cNvSpPr/>
          <p:nvPr/>
        </p:nvSpPr>
        <p:spPr bwMode="auto">
          <a:xfrm flipH="0" flipV="0">
            <a:off x="914800" y="1842637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713729558" name=""/>
          <p:cNvSpPr/>
          <p:nvPr/>
        </p:nvSpPr>
        <p:spPr bwMode="auto">
          <a:xfrm flipH="0" flipV="0">
            <a:off x="3637527" y="1842637"/>
            <a:ext cx="1902232" cy="3084626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Login Controller:</a:t>
            </a:r>
            <a:endParaRPr sz="1200">
              <a:solidFill>
                <a:schemeClr val="tx1"/>
              </a:solidFill>
            </a:endParaRPr>
          </a:p>
          <a:p>
            <a:pPr marL="261848" indent="-26184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Autorize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DB Controller:</a:t>
            </a: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lang="pt-PT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842753003" name=""/>
          <p:cNvSpPr/>
          <p:nvPr/>
        </p:nvSpPr>
        <p:spPr bwMode="auto">
          <a:xfrm flipH="0" flipV="0">
            <a:off x="7508578" y="1037428"/>
            <a:ext cx="1033616" cy="700740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30598548" name=""/>
          <p:cNvCxnSpPr/>
          <p:nvPr/>
        </p:nvCxnSpPr>
        <p:spPr bwMode="auto">
          <a:xfrm rot="0" flipH="0" flipV="0">
            <a:off x="2645707" y="2340924"/>
            <a:ext cx="991819" cy="1044025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161189" name=""/>
          <p:cNvCxnSpPr>
            <a:stCxn id="1452224757" idx="1"/>
            <a:endCxn id="713729558" idx="0"/>
          </p:cNvCxnSpPr>
          <p:nvPr/>
        </p:nvCxnSpPr>
        <p:spPr bwMode="auto">
          <a:xfrm rot="10799990" flipH="0" flipV="1">
            <a:off x="4588642" y="1387798"/>
            <a:ext cx="951117" cy="454837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9980424" name=""/>
          <p:cNvSpPr/>
          <p:nvPr/>
        </p:nvSpPr>
        <p:spPr bwMode="auto">
          <a:xfrm flipH="0" flipV="0">
            <a:off x="6870224" y="2964287"/>
            <a:ext cx="1020420" cy="866337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929940375" name=""/>
          <p:cNvCxnSpPr>
            <a:stCxn id="1269980424" idx="1"/>
          </p:cNvCxnSpPr>
          <p:nvPr/>
        </p:nvCxnSpPr>
        <p:spPr bwMode="auto">
          <a:xfrm rot="10799989" flipH="0" flipV="0">
            <a:off x="5539761" y="3391205"/>
            <a:ext cx="1330463" cy="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382779" name=""/>
          <p:cNvSpPr txBox="1"/>
          <p:nvPr/>
        </p:nvSpPr>
        <p:spPr bwMode="auto">
          <a:xfrm rot="0" flipH="0" flipV="0">
            <a:off x="5687622" y="2839210"/>
            <a:ext cx="112366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API Calls</a:t>
            </a:r>
            <a:endParaRPr/>
          </a:p>
        </p:txBody>
      </p:sp>
      <p:cxnSp>
        <p:nvCxnSpPr>
          <p:cNvPr id="49320634" name=""/>
          <p:cNvCxnSpPr/>
          <p:nvPr/>
        </p:nvCxnSpPr>
        <p:spPr bwMode="auto">
          <a:xfrm rot="10799989" flipH="0" flipV="1">
            <a:off x="2645707" y="3384951"/>
            <a:ext cx="991819" cy="981655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0418410" name=""/>
          <p:cNvSpPr/>
          <p:nvPr/>
        </p:nvSpPr>
        <p:spPr bwMode="auto">
          <a:xfrm flipH="0" flipV="0">
            <a:off x="8775401" y="3606411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7030A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Mobile APP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Kotlin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Android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1676337407" name=""/>
          <p:cNvSpPr/>
          <p:nvPr/>
        </p:nvSpPr>
        <p:spPr bwMode="auto">
          <a:xfrm flipH="0" flipV="0">
            <a:off x="8775401" y="2120213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WebSite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76002265" name=""/>
          <p:cNvCxnSpPr>
            <a:endCxn id="1676337407" idx="1"/>
          </p:cNvCxnSpPr>
          <p:nvPr/>
        </p:nvCxnSpPr>
        <p:spPr bwMode="auto">
          <a:xfrm rot="0" flipH="0" flipV="1">
            <a:off x="7890644" y="2758835"/>
            <a:ext cx="884755" cy="638621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957508" name=""/>
          <p:cNvCxnSpPr>
            <a:stCxn id="1269980424" idx="3"/>
            <a:endCxn id="1170418410" idx="1"/>
          </p:cNvCxnSpPr>
          <p:nvPr/>
        </p:nvCxnSpPr>
        <p:spPr bwMode="auto">
          <a:xfrm rot="0" flipH="0" flipV="0">
            <a:off x="7890644" y="3397456"/>
            <a:ext cx="884755" cy="847577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8870115" name=""/>
          <p:cNvCxnSpPr>
            <a:stCxn id="842753003" idx="3"/>
          </p:cNvCxnSpPr>
          <p:nvPr/>
        </p:nvCxnSpPr>
        <p:spPr bwMode="auto">
          <a:xfrm rot="0" flipH="0" flipV="0">
            <a:off x="8542194" y="1387798"/>
            <a:ext cx="1145577" cy="732412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3468980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876004" y="5025296"/>
            <a:ext cx="1573007" cy="1573007"/>
          </a:xfrm>
          <a:prstGeom prst="rect">
            <a:avLst/>
          </a:prstGeom>
        </p:spPr>
      </p:pic>
      <p:pic>
        <p:nvPicPr>
          <p:cNvPr id="1978043296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335862" y="5115402"/>
            <a:ext cx="1129305" cy="635234"/>
          </a:xfrm>
          <a:prstGeom prst="rect">
            <a:avLst/>
          </a:prstGeom>
        </p:spPr>
      </p:pic>
      <p:pic>
        <p:nvPicPr>
          <p:cNvPr id="2145588639" name=""/>
          <p:cNvPicPr>
            <a:picLocks noChangeAspect="1"/>
          </p:cNvPicPr>
          <p:nvPr/>
        </p:nvPicPr>
        <p:blipFill>
          <a:blip r:embed="rId6"/>
          <a:srcRect l="24734" t="20562" r="24611" b="21128"/>
          <a:stretch/>
        </p:blipFill>
        <p:spPr bwMode="auto">
          <a:xfrm flipH="0" flipV="0">
            <a:off x="9014997" y="5115403"/>
            <a:ext cx="1543921" cy="1482901"/>
          </a:xfrm>
          <a:prstGeom prst="rect">
            <a:avLst/>
          </a:prstGeom>
        </p:spPr>
      </p:pic>
      <p:pic>
        <p:nvPicPr>
          <p:cNvPr id="93532290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9603742" y="645644"/>
            <a:ext cx="1474567" cy="1474567"/>
          </a:xfrm>
          <a:prstGeom prst="rect">
            <a:avLst/>
          </a:prstGeom>
        </p:spPr>
      </p:pic>
      <p:pic>
        <p:nvPicPr>
          <p:cNvPr id="2141126661" name=""/>
          <p:cNvPicPr>
            <a:picLocks noChangeAspect="1"/>
          </p:cNvPicPr>
          <p:nvPr/>
        </p:nvPicPr>
        <p:blipFill>
          <a:blip r:embed="rId8"/>
          <a:srcRect l="29479" t="21676" r="29543" b="27432"/>
          <a:stretch/>
        </p:blipFill>
        <p:spPr bwMode="auto">
          <a:xfrm flipH="0" flipV="0">
            <a:off x="3590746" y="1131922"/>
            <a:ext cx="1214149" cy="511752"/>
          </a:xfrm>
          <a:prstGeom prst="rect">
            <a:avLst/>
          </a:prstGeom>
        </p:spPr>
      </p:pic>
      <p:pic>
        <p:nvPicPr>
          <p:cNvPr id="591009877" name="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 flipH="0" flipV="0">
            <a:off x="10789262" y="2188642"/>
            <a:ext cx="1251308" cy="1016687"/>
          </a:xfrm>
          <a:prstGeom prst="rect">
            <a:avLst/>
          </a:prstGeom>
        </p:spPr>
      </p:pic>
      <p:pic>
        <p:nvPicPr>
          <p:cNvPr id="149342959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10655725" y="3657505"/>
            <a:ext cx="1518382" cy="759191"/>
          </a:xfrm>
          <a:prstGeom prst="rect">
            <a:avLst/>
          </a:prstGeom>
        </p:spPr>
      </p:pic>
      <p:pic>
        <p:nvPicPr>
          <p:cNvPr id="732640469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flipH="0" flipV="0">
            <a:off x="10789262" y="4319841"/>
            <a:ext cx="1313727" cy="656863"/>
          </a:xfrm>
          <a:prstGeom prst="rect">
            <a:avLst/>
          </a:prstGeom>
        </p:spPr>
      </p:pic>
      <p:pic>
        <p:nvPicPr>
          <p:cNvPr id="815009281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flipH="0" flipV="0">
            <a:off x="1158664" y="1205934"/>
            <a:ext cx="1243177" cy="532235"/>
          </a:xfrm>
          <a:prstGeom prst="rect">
            <a:avLst/>
          </a:prstGeom>
        </p:spPr>
      </p:pic>
      <p:pic>
        <p:nvPicPr>
          <p:cNvPr id="102967273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1275847" y="2959002"/>
            <a:ext cx="1009166" cy="851893"/>
          </a:xfrm>
          <a:prstGeom prst="rect">
            <a:avLst/>
          </a:prstGeom>
        </p:spPr>
      </p:pic>
      <p:pic>
        <p:nvPicPr>
          <p:cNvPr id="85270276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452379" y="4976703"/>
            <a:ext cx="1573006" cy="1573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6936982" name=""/>
          <p:cNvSpPr/>
          <p:nvPr/>
        </p:nvSpPr>
        <p:spPr bwMode="auto">
          <a:xfrm flipH="0" flipV="0">
            <a:off x="-10582" y="-10582"/>
            <a:ext cx="12213165" cy="6868581"/>
          </a:xfrm>
          <a:prstGeom prst="rect">
            <a:avLst/>
          </a:prstGeom>
          <a:noFill/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128656028" name=""/>
          <p:cNvSpPr/>
          <p:nvPr/>
        </p:nvSpPr>
        <p:spPr bwMode="auto">
          <a:xfrm flipH="0" flipV="0">
            <a:off x="2052174" y="3851451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931292359" name=""/>
          <p:cNvSpPr/>
          <p:nvPr/>
        </p:nvSpPr>
        <p:spPr bwMode="auto">
          <a:xfrm flipH="0" flipV="0">
            <a:off x="4088876" y="3896851"/>
            <a:ext cx="1724492" cy="90577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com Google/Facebook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282720531" name="Título 1"/>
          <p:cNvSpPr>
            <a:spLocks noGrp="1"/>
          </p:cNvSpPr>
          <p:nvPr>
            <p:ph type="title"/>
          </p:nvPr>
        </p:nvSpPr>
        <p:spPr bwMode="auto">
          <a:xfrm flipH="0" flipV="0">
            <a:off x="46953" y="10270"/>
            <a:ext cx="10151034" cy="855069"/>
          </a:xfrm>
        </p:spPr>
        <p:txBody>
          <a:bodyPr/>
          <a:lstStyle/>
          <a:p>
            <a:pPr>
              <a:defRPr/>
            </a:pPr>
            <a:r>
              <a:rPr sz="2800"/>
              <a:t>Neo Training Server -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MicroServices</a:t>
            </a:r>
            <a:r>
              <a:rPr sz="2800"/>
              <a:t> Hell Tech Stack</a:t>
            </a:r>
            <a:endParaRPr sz="2800"/>
          </a:p>
        </p:txBody>
      </p:sp>
      <p:sp>
        <p:nvSpPr>
          <p:cNvPr id="1888988122" name=""/>
          <p:cNvSpPr/>
          <p:nvPr/>
        </p:nvSpPr>
        <p:spPr bwMode="auto">
          <a:xfrm flipH="0" flipV="0">
            <a:off x="189441" y="3854459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2021581954" name=""/>
          <p:cNvSpPr/>
          <p:nvPr/>
        </p:nvSpPr>
        <p:spPr bwMode="auto">
          <a:xfrm flipH="0" flipV="0">
            <a:off x="4000005" y="862332"/>
            <a:ext cx="1902232" cy="270096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61848" indent="-26184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Autorize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084796001" name=""/>
          <p:cNvSpPr/>
          <p:nvPr/>
        </p:nvSpPr>
        <p:spPr bwMode="auto">
          <a:xfrm flipH="0" flipV="0">
            <a:off x="2917629" y="5840634"/>
            <a:ext cx="1730907" cy="700740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59929188" name=""/>
          <p:cNvSpPr/>
          <p:nvPr/>
        </p:nvSpPr>
        <p:spPr bwMode="auto">
          <a:xfrm flipH="0" flipV="0">
            <a:off x="5868941" y="5171283"/>
            <a:ext cx="1902232" cy="1450973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92D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RestAPI (BD &lt;=&gt; User)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852643260" name=""/>
          <p:cNvCxnSpPr>
            <a:stCxn id="1888988122" idx="0"/>
            <a:endCxn id="2021581954" idx="1"/>
          </p:cNvCxnSpPr>
          <p:nvPr/>
        </p:nvCxnSpPr>
        <p:spPr bwMode="auto">
          <a:xfrm rot="16199932" flipH="0" flipV="0">
            <a:off x="1706628" y="1561082"/>
            <a:ext cx="1641641" cy="2945109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165706" name=""/>
          <p:cNvCxnSpPr>
            <a:stCxn id="159929188" idx="0"/>
            <a:endCxn id="2021581954" idx="3"/>
          </p:cNvCxnSpPr>
          <p:nvPr/>
        </p:nvCxnSpPr>
        <p:spPr bwMode="auto">
          <a:xfrm rot="16199932" flipH="0" flipV="1">
            <a:off x="4881916" y="3233138"/>
            <a:ext cx="2958467" cy="91781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6786208" name=""/>
          <p:cNvCxnSpPr>
            <a:stCxn id="1931292359" idx="0"/>
            <a:endCxn id="2021581954" idx="2"/>
          </p:cNvCxnSpPr>
          <p:nvPr/>
        </p:nvCxnSpPr>
        <p:spPr bwMode="auto">
          <a:xfrm rot="16199932" flipH="0" flipV="1">
            <a:off x="4784347" y="3730075"/>
            <a:ext cx="333550" cy="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2562846" name=""/>
          <p:cNvSpPr/>
          <p:nvPr/>
        </p:nvSpPr>
        <p:spPr bwMode="auto">
          <a:xfrm flipH="0" flipV="0">
            <a:off x="8442960" y="3821234"/>
            <a:ext cx="1020420" cy="866337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289290586" name=""/>
          <p:cNvCxnSpPr>
            <a:stCxn id="159929188" idx="3"/>
            <a:endCxn id="982562846" idx="1"/>
          </p:cNvCxnSpPr>
          <p:nvPr/>
        </p:nvCxnSpPr>
        <p:spPr bwMode="auto">
          <a:xfrm rot="0" flipH="0" flipV="1">
            <a:off x="7771176" y="4254404"/>
            <a:ext cx="671784" cy="1642365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9088655" name=""/>
          <p:cNvCxnSpPr>
            <a:stCxn id="159929188" idx="1"/>
            <a:endCxn id="2128656028" idx="2"/>
          </p:cNvCxnSpPr>
          <p:nvPr/>
        </p:nvCxnSpPr>
        <p:spPr bwMode="auto">
          <a:xfrm rot="10799954" flipH="0" flipV="0">
            <a:off x="2917629" y="4848025"/>
            <a:ext cx="2951312" cy="104874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8852732" name=""/>
          <p:cNvCxnSpPr>
            <a:stCxn id="1084796001" idx="3"/>
            <a:endCxn id="159929188" idx="1"/>
          </p:cNvCxnSpPr>
          <p:nvPr/>
        </p:nvCxnSpPr>
        <p:spPr bwMode="auto">
          <a:xfrm rot="0" flipH="0" flipV="1">
            <a:off x="4648537" y="5896770"/>
            <a:ext cx="1220404" cy="29423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956064" name=""/>
          <p:cNvCxnSpPr>
            <a:stCxn id="1888988122" idx="2"/>
            <a:endCxn id="159929188" idx="1"/>
          </p:cNvCxnSpPr>
          <p:nvPr/>
        </p:nvCxnSpPr>
        <p:spPr bwMode="auto">
          <a:xfrm rot="5399942" flipH="0" flipV="1">
            <a:off x="2939050" y="2966879"/>
            <a:ext cx="1045734" cy="4814046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619050" name=""/>
          <p:cNvCxnSpPr>
            <a:stCxn id="982562846" idx="1"/>
            <a:endCxn id="2021581954" idx="3"/>
          </p:cNvCxnSpPr>
          <p:nvPr/>
        </p:nvCxnSpPr>
        <p:spPr bwMode="auto">
          <a:xfrm rot="10799954" flipH="0" flipV="0">
            <a:off x="5902238" y="2212816"/>
            <a:ext cx="2540720" cy="2041587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056842" name=""/>
          <p:cNvSpPr txBox="1"/>
          <p:nvPr/>
        </p:nvSpPr>
        <p:spPr bwMode="auto">
          <a:xfrm rot="2294179" flipH="0" flipV="0">
            <a:off x="6618534" y="2912112"/>
            <a:ext cx="1429285" cy="36611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Login/logout</a:t>
            </a:r>
            <a:endParaRPr/>
          </a:p>
        </p:txBody>
      </p:sp>
      <p:cxnSp>
        <p:nvCxnSpPr>
          <p:cNvPr id="1914021133" name=""/>
          <p:cNvCxnSpPr>
            <a:stCxn id="2021581954" idx="1"/>
            <a:endCxn id="2128656028" idx="0"/>
          </p:cNvCxnSpPr>
          <p:nvPr/>
        </p:nvCxnSpPr>
        <p:spPr bwMode="auto">
          <a:xfrm rot="10799954" flipH="0" flipV="1">
            <a:off x="2917629" y="2212816"/>
            <a:ext cx="1082376" cy="1638632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8480899" name=""/>
          <p:cNvSpPr txBox="1"/>
          <p:nvPr/>
        </p:nvSpPr>
        <p:spPr bwMode="auto">
          <a:xfrm rot="4379275" flipH="0" flipV="0">
            <a:off x="5852769" y="3714340"/>
            <a:ext cx="1555251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Auth/Autorize</a:t>
            </a:r>
            <a:endParaRPr/>
          </a:p>
        </p:txBody>
      </p:sp>
      <p:sp>
        <p:nvSpPr>
          <p:cNvPr id="696007995" name=""/>
          <p:cNvSpPr/>
          <p:nvPr/>
        </p:nvSpPr>
        <p:spPr bwMode="auto">
          <a:xfrm flipH="0" flipV="0">
            <a:off x="10062489" y="4226274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7030A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Mobile APP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Kotlin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Android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50599523" name=""/>
          <p:cNvSpPr/>
          <p:nvPr/>
        </p:nvSpPr>
        <p:spPr bwMode="auto">
          <a:xfrm flipH="0" flipV="0">
            <a:off x="10062489" y="2746329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WebSite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2045415339" name=""/>
          <p:cNvCxnSpPr>
            <a:stCxn id="982562846" idx="3"/>
            <a:endCxn id="250599523" idx="1"/>
          </p:cNvCxnSpPr>
          <p:nvPr/>
        </p:nvCxnSpPr>
        <p:spPr bwMode="auto">
          <a:xfrm rot="0" flipH="0" flipV="1">
            <a:off x="9463381" y="3384951"/>
            <a:ext cx="599107" cy="869451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8448175" name=""/>
          <p:cNvCxnSpPr>
            <a:stCxn id="982562846" idx="3"/>
            <a:endCxn id="696007995" idx="1"/>
          </p:cNvCxnSpPr>
          <p:nvPr/>
        </p:nvCxnSpPr>
        <p:spPr bwMode="auto">
          <a:xfrm rot="0" flipH="0" flipV="0">
            <a:off x="9463381" y="4254404"/>
            <a:ext cx="599107" cy="610489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918025" name=""/>
          <p:cNvSpPr/>
          <p:nvPr/>
        </p:nvSpPr>
        <p:spPr bwMode="auto">
          <a:xfrm flipH="0" flipV="0">
            <a:off x="3493103" y="3884036"/>
            <a:ext cx="1724494" cy="905773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com Google/Facebook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226491601" name="Título 1"/>
          <p:cNvSpPr>
            <a:spLocks noGrp="1"/>
          </p:cNvSpPr>
          <p:nvPr>
            <p:ph type="title"/>
          </p:nvPr>
        </p:nvSpPr>
        <p:spPr bwMode="auto">
          <a:xfrm flipH="0" flipV="0">
            <a:off x="46954" y="10271"/>
            <a:ext cx="10151035" cy="855070"/>
          </a:xfrm>
        </p:spPr>
        <p:txBody>
          <a:bodyPr/>
          <a:lstStyle/>
          <a:p>
            <a:pPr>
              <a:defRPr/>
            </a:pPr>
            <a:r>
              <a:rPr sz="2800"/>
              <a:t>(Sistema de Informação) –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Monolith</a:t>
            </a:r>
            <a:r>
              <a:rPr sz="2800"/>
              <a:t> Tech Stack</a:t>
            </a:r>
            <a:endParaRPr sz="2800"/>
          </a:p>
        </p:txBody>
      </p:sp>
      <p:sp>
        <p:nvSpPr>
          <p:cNvPr id="211951224" name=""/>
          <p:cNvSpPr/>
          <p:nvPr/>
        </p:nvSpPr>
        <p:spPr bwMode="auto">
          <a:xfrm flipH="0" flipV="0">
            <a:off x="373943" y="3037790"/>
            <a:ext cx="1730908" cy="996576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779168902" name=""/>
          <p:cNvSpPr/>
          <p:nvPr/>
        </p:nvSpPr>
        <p:spPr bwMode="auto">
          <a:xfrm flipH="0" flipV="0">
            <a:off x="2761294" y="1056294"/>
            <a:ext cx="1902234" cy="2554489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(??)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(??)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61850" indent="-261850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411018336" name=""/>
          <p:cNvSpPr/>
          <p:nvPr/>
        </p:nvSpPr>
        <p:spPr bwMode="auto">
          <a:xfrm flipH="0" flipV="0">
            <a:off x="2104851" y="5968275"/>
            <a:ext cx="1730907" cy="70074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858074718" name=""/>
          <p:cNvSpPr/>
          <p:nvPr/>
        </p:nvSpPr>
        <p:spPr bwMode="auto">
          <a:xfrm flipH="0" flipV="0">
            <a:off x="5289181" y="4888028"/>
            <a:ext cx="1902233" cy="1780988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92D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BackEnd (Proxy ISH)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/ 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/ Autorize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1867844537" name=""/>
          <p:cNvCxnSpPr>
            <a:stCxn id="211951224" idx="3"/>
            <a:endCxn id="1779168902" idx="1"/>
          </p:cNvCxnSpPr>
          <p:nvPr/>
        </p:nvCxnSpPr>
        <p:spPr bwMode="auto">
          <a:xfrm rot="0" flipH="0" flipV="1">
            <a:off x="2104852" y="2333539"/>
            <a:ext cx="656441" cy="120253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0269748" name=""/>
          <p:cNvCxnSpPr>
            <a:stCxn id="1858074718" idx="0"/>
            <a:endCxn id="1779168902" idx="3"/>
          </p:cNvCxnSpPr>
          <p:nvPr/>
        </p:nvCxnSpPr>
        <p:spPr bwMode="auto">
          <a:xfrm rot="16199969" flipH="0" flipV="1">
            <a:off x="4174669" y="2822399"/>
            <a:ext cx="2554489" cy="1576769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056429" name=""/>
          <p:cNvCxnSpPr>
            <a:stCxn id="1478918025" idx="0"/>
            <a:endCxn id="1779168902" idx="2"/>
          </p:cNvCxnSpPr>
          <p:nvPr/>
        </p:nvCxnSpPr>
        <p:spPr bwMode="auto">
          <a:xfrm rot="16199969" flipH="0" flipV="1">
            <a:off x="3897255" y="3425940"/>
            <a:ext cx="273251" cy="64293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8150284" name=""/>
          <p:cNvSpPr/>
          <p:nvPr/>
        </p:nvSpPr>
        <p:spPr bwMode="auto">
          <a:xfrm flipH="0" flipV="0">
            <a:off x="8139977" y="5133776"/>
            <a:ext cx="1902233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355135210" name=""/>
          <p:cNvCxnSpPr>
            <a:stCxn id="1858074718" idx="3"/>
            <a:endCxn id="998150284" idx="1"/>
          </p:cNvCxnSpPr>
          <p:nvPr/>
        </p:nvCxnSpPr>
        <p:spPr bwMode="auto">
          <a:xfrm rot="0" flipH="0" flipV="1">
            <a:off x="7191415" y="5775460"/>
            <a:ext cx="948561" cy="0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449172" name=""/>
          <p:cNvCxnSpPr>
            <a:stCxn id="1858074718" idx="1"/>
            <a:endCxn id="328520043" idx="3"/>
          </p:cNvCxnSpPr>
          <p:nvPr/>
        </p:nvCxnSpPr>
        <p:spPr bwMode="auto">
          <a:xfrm rot="10799989" flipH="0" flipV="0">
            <a:off x="2274536" y="5288097"/>
            <a:ext cx="3014645" cy="490424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59668" name=""/>
          <p:cNvCxnSpPr>
            <a:stCxn id="411018336" idx="3"/>
            <a:endCxn id="1858074718" idx="1"/>
          </p:cNvCxnSpPr>
          <p:nvPr/>
        </p:nvCxnSpPr>
        <p:spPr bwMode="auto">
          <a:xfrm rot="0" flipH="0" flipV="1">
            <a:off x="3835759" y="5778523"/>
            <a:ext cx="1453421" cy="540122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8520043" name=""/>
          <p:cNvSpPr/>
          <p:nvPr/>
        </p:nvSpPr>
        <p:spPr bwMode="auto">
          <a:xfrm flipH="0" flipV="0">
            <a:off x="543628" y="4789810"/>
            <a:ext cx="1730907" cy="99657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1020827882" name=""/>
          <p:cNvCxnSpPr>
            <a:stCxn id="211951224" idx="2"/>
            <a:endCxn id="1858074718" idx="1"/>
          </p:cNvCxnSpPr>
          <p:nvPr/>
        </p:nvCxnSpPr>
        <p:spPr bwMode="auto">
          <a:xfrm rot="5399976" flipH="0" flipV="1">
            <a:off x="2392211" y="2881553"/>
            <a:ext cx="1744156" cy="404978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ONLYOFFICE/8.3.3.21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2026-02-12T12:16:01Z</dcterms:modified>
</cp:coreProperties>
</file>