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3.xml" ContentType="application/vnd.openxmlformats-officedocument.presentationml.notesSlid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pt-PT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911465" name="Espaço reservado para o cabeçalh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892290249" name="Espaço reservado para a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pt-PT"/>
              <a:t>10/30/2013</a:t>
            </a:fld>
            <a:endParaRPr lang="pt-PT"/>
          </a:p>
        </p:txBody>
      </p:sp>
      <p:sp>
        <p:nvSpPr>
          <p:cNvPr id="767583668" name="Espaço reservado para imagem de diapositivo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pt-PT"/>
          </a:p>
        </p:txBody>
      </p:sp>
      <p:sp>
        <p:nvSpPr>
          <p:cNvPr id="262269310" name="Espaço reservado às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576175711" name="Espaço reservado ao rodapé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50297106" name="Espaço reservado para o número do diapositivo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pt-PT"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316111" name="Espaço reservado para imagem de diapositivo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789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PT">
              <a:latin typeface="Arial"/>
              <a:cs typeface="Arial"/>
            </a:endParaRPr>
          </a:p>
        </p:txBody>
      </p:sp>
      <p:sp>
        <p:nvSpPr>
          <p:cNvPr id="1977577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F84733-B226-9491-332F-1CCFD0675755}" type="slidenum">
              <a:rPr lang="pt-PT"/>
              <a:t/>
            </a:fld>
            <a:endParaRPr lang="pt-PT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037418" name="Espaço reservado para imagem de diapositivo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637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PT">
              <a:latin typeface="Arial"/>
              <a:cs typeface="Arial"/>
            </a:endParaRPr>
          </a:p>
        </p:txBody>
      </p:sp>
      <p:sp>
        <p:nvSpPr>
          <p:cNvPr id="726297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DAD37F-3C27-3219-2F78-1C91AC7F2F54}" type="slidenum">
              <a:rPr lang="pt-PT"/>
              <a:t/>
            </a:fld>
            <a:endParaRPr lang="pt-PT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269984" name="Espaço reservado para imagem de diapositivo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6307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PT">
              <a:latin typeface="Arial"/>
              <a:cs typeface="Arial"/>
            </a:endParaRPr>
          </a:p>
        </p:txBody>
      </p:sp>
      <p:sp>
        <p:nvSpPr>
          <p:cNvPr id="1181810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pt-PT"/>
              <a:t>1</a:t>
            </a:fld>
            <a:endParaRPr lang="pt-PT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o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982651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596380369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pt-PT"/>
              <a:t>Faça clique para editar o estilo</a:t>
            </a:r>
            <a:endParaRPr lang="pt-PT"/>
          </a:p>
        </p:txBody>
      </p:sp>
      <p:sp>
        <p:nvSpPr>
          <p:cNvPr id="1112970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430408456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202107593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objec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522556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717766693" name="Marcador de Posição de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420575171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866536438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995276189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Cabeçalho da Sec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595125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643277404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991470878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912248683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520222412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Conteúdo Dup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72991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559434509" name="Marcador de Posição de Conteú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895236510" name="Marcador de Posição de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426115230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883249515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170977029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712405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685922901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1640860054" name="Marcador de Posição de Conteú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223064838" name="Marcador de Posição do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1041218332" name="Marcador de Posição de Conteú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49835231" name="Marcador de Posição da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888700811" name="Marcador de Posição do Rodapé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617256357" name="Marcador de Posição do Número do Diapositivo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ó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67771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155937034" name="Marcador de Posição da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796844341" name="Marcador de Posição do Rodapé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757217529" name="Marcador de Posição do Número do Diapositivo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76944" name="Marcador de Posição da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902287952" name="Marcador de Posição do Rodapé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434124993" name="Marcador de Posição do Número do Diapositivo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222524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45891289" name="Marcador de Posição de Conteú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210844008" name="Marcador de Posição do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1384382204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8067935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269236881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788107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507122279" name="Marcador de Posição da Imagem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pt-PT"/>
              <a:t>Clique no ícone para adicionar imagem</a:t>
            </a:r>
            <a:endParaRPr lang="pt-PT"/>
          </a:p>
        </p:txBody>
      </p:sp>
      <p:sp>
        <p:nvSpPr>
          <p:cNvPr id="1576937324" name="Marcador de Posição do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884309511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635569448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314642721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9565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339173399" name="Marcador de Posição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831287457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588063496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529766085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e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265465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2018246228" name="Marcador de Posição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659789176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405939389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674656808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850822" name="Marcador de Posição do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379877778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2084122039" name="Marcador de Posição da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1144359960" name="Marcador de Posição do Rodapé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519989275" name="Marcador de Posição do Número do Diapositivo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4140487" name=""/>
          <p:cNvPicPr>
            <a:picLocks noChangeAspect="1"/>
          </p:cNvPicPr>
          <p:nvPr/>
        </p:nvPicPr>
        <p:blipFill>
          <a:blip r:embed="rId3"/>
          <a:srcRect l="0" t="11484" r="0" b="11736"/>
          <a:stretch/>
        </p:blipFill>
        <p:spPr bwMode="auto">
          <a:xfrm flipH="0" flipV="0">
            <a:off x="284621" y="5310586"/>
            <a:ext cx="1748085" cy="1342162"/>
          </a:xfrm>
          <a:prstGeom prst="rect">
            <a:avLst/>
          </a:prstGeom>
        </p:spPr>
      </p:pic>
      <p:sp>
        <p:nvSpPr>
          <p:cNvPr id="295156474" name=""/>
          <p:cNvSpPr/>
          <p:nvPr/>
        </p:nvSpPr>
        <p:spPr bwMode="auto">
          <a:xfrm flipH="0" flipV="0">
            <a:off x="-10582" y="-10582"/>
            <a:ext cx="12213165" cy="6868581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8458236" name=""/>
          <p:cNvSpPr/>
          <p:nvPr/>
        </p:nvSpPr>
        <p:spPr bwMode="auto">
          <a:xfrm flipH="0" flipV="0">
            <a:off x="914800" y="3868320"/>
            <a:ext cx="1730907" cy="996574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Redis DB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 DB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Docker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1478992815" name=""/>
          <p:cNvSpPr/>
          <p:nvPr/>
        </p:nvSpPr>
        <p:spPr bwMode="auto">
          <a:xfrm flipH="0" flipV="0">
            <a:off x="5539761" y="1037428"/>
            <a:ext cx="1632129" cy="700740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chemeClr val="bg1">
                <a:lumMod val="65098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External API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 marL="217791" indent="-217791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Login with Google 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1252222309" name="Título 1"/>
          <p:cNvSpPr>
            <a:spLocks noGrp="1"/>
          </p:cNvSpPr>
          <p:nvPr/>
        </p:nvSpPr>
        <p:spPr bwMode="auto">
          <a:xfrm flipH="0" flipV="0">
            <a:off x="46952" y="10270"/>
            <a:ext cx="10151033" cy="855069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4800" b="1">
                <a:latin typeface="Times New Roman"/>
                <a:ea typeface="Times New Roman"/>
                <a:cs typeface="Times New Roman"/>
              </a:rPr>
              <a:t>N</a:t>
            </a:r>
            <a:r>
              <a:rPr sz="3600" b="1">
                <a:latin typeface="Times New Roman"/>
                <a:ea typeface="Times New Roman"/>
                <a:cs typeface="Times New Roman"/>
              </a:rPr>
              <a:t>eo </a:t>
            </a:r>
            <a:r>
              <a:rPr sz="4800" b="1">
                <a:latin typeface="Times New Roman"/>
                <a:ea typeface="Times New Roman"/>
                <a:cs typeface="Times New Roman"/>
              </a:rPr>
              <a:t>T</a:t>
            </a:r>
            <a:r>
              <a:rPr sz="3600" b="1">
                <a:latin typeface="Times New Roman"/>
                <a:ea typeface="Times New Roman"/>
                <a:cs typeface="Times New Roman"/>
              </a:rPr>
              <a:t>raining </a:t>
            </a:r>
            <a:r>
              <a:rPr sz="4800" b="1">
                <a:latin typeface="Times New Roman"/>
                <a:ea typeface="Times New Roman"/>
                <a:cs typeface="Times New Roman"/>
              </a:rPr>
              <a:t>S</a:t>
            </a:r>
            <a:r>
              <a:rPr sz="3600" b="1">
                <a:latin typeface="Times New Roman"/>
                <a:ea typeface="Times New Roman"/>
                <a:cs typeface="Times New Roman"/>
              </a:rPr>
              <a:t>erver – </a:t>
            </a:r>
            <a:r>
              <a:rPr sz="4800" b="1">
                <a:latin typeface="Times New Roman"/>
                <a:ea typeface="Times New Roman"/>
                <a:cs typeface="Times New Roman"/>
              </a:rPr>
              <a:t>T</a:t>
            </a:r>
            <a:r>
              <a:rPr sz="3600" b="1">
                <a:latin typeface="Times New Roman"/>
                <a:ea typeface="Times New Roman"/>
                <a:cs typeface="Times New Roman"/>
              </a:rPr>
              <a:t>ech </a:t>
            </a:r>
            <a:r>
              <a:rPr sz="4800" b="1">
                <a:latin typeface="Times New Roman"/>
                <a:ea typeface="Times New Roman"/>
                <a:cs typeface="Times New Roman"/>
              </a:rPr>
              <a:t>S</a:t>
            </a:r>
            <a:r>
              <a:rPr sz="3600" b="1">
                <a:latin typeface="Times New Roman"/>
                <a:ea typeface="Times New Roman"/>
                <a:cs typeface="Times New Roman"/>
              </a:rPr>
              <a:t>tack</a:t>
            </a:r>
            <a:endParaRPr sz="3600" b="1">
              <a:latin typeface="Times New Roman"/>
              <a:cs typeface="Times New Roman"/>
            </a:endParaRPr>
          </a:p>
        </p:txBody>
      </p:sp>
      <p:sp>
        <p:nvSpPr>
          <p:cNvPr id="790040626" name=""/>
          <p:cNvSpPr/>
          <p:nvPr/>
        </p:nvSpPr>
        <p:spPr bwMode="auto">
          <a:xfrm flipH="0" flipV="0">
            <a:off x="914800" y="1842637"/>
            <a:ext cx="1730907" cy="996574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00206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DataBase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 DB MySQL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Docker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1361057770" name=""/>
          <p:cNvSpPr/>
          <p:nvPr/>
        </p:nvSpPr>
        <p:spPr bwMode="auto">
          <a:xfrm flipH="0" flipV="0">
            <a:off x="3637527" y="1842637"/>
            <a:ext cx="1902232" cy="3084626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00B0F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Auth Service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</a:t>
            </a:r>
            <a:r>
              <a:rPr sz="1200">
                <a:solidFill>
                  <a:schemeClr val="tx1"/>
                </a:solidFill>
              </a:rPr>
              <a:t> C# .NET Service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PC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Login Controller:</a:t>
            </a:r>
            <a:endParaRPr sz="1200">
              <a:solidFill>
                <a:schemeClr val="tx1"/>
              </a:solidFill>
            </a:endParaRPr>
          </a:p>
          <a:p>
            <a:pPr marL="261848" indent="-26184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Create Acount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Login (2FA)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Logout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Auth User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Autorize User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Expire Tokens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Rotate Tokens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Google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DB Controller:</a:t>
            </a:r>
            <a:endParaRPr sz="1200">
              <a:solidFill>
                <a:schemeClr val="tx1"/>
              </a:solidFill>
            </a:endParaRPr>
          </a:p>
          <a:p>
            <a:pPr marL="217792" indent="-217792">
              <a:buFont typeface="Arial"/>
              <a:buChar char="–"/>
              <a:defRPr/>
            </a:pPr>
            <a:r>
              <a:rPr lang="pt-PT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Handle DB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565784891" name=""/>
          <p:cNvSpPr/>
          <p:nvPr/>
        </p:nvSpPr>
        <p:spPr bwMode="auto">
          <a:xfrm flipH="0" flipV="0">
            <a:off x="7508578" y="1037428"/>
            <a:ext cx="1033616" cy="700740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chemeClr val="bg1">
                <a:lumMod val="65098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External API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 marL="217791" indent="-217791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ChatBot</a:t>
            </a:r>
            <a:endParaRPr sz="1200">
              <a:solidFill>
                <a:schemeClr val="tx1"/>
              </a:solidFill>
            </a:endParaRPr>
          </a:p>
        </p:txBody>
      </p:sp>
      <p:cxnSp>
        <p:nvCxnSpPr>
          <p:cNvPr id="1016257661" name=""/>
          <p:cNvCxnSpPr/>
          <p:nvPr/>
        </p:nvCxnSpPr>
        <p:spPr bwMode="auto">
          <a:xfrm rot="0" flipH="0" flipV="0">
            <a:off x="2645707" y="2340924"/>
            <a:ext cx="991819" cy="1044025"/>
          </a:xfrm>
          <a:prstGeom prst="line">
            <a:avLst/>
          </a:prstGeom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963569" name=""/>
          <p:cNvCxnSpPr>
            <a:stCxn id="1478992815" idx="1"/>
            <a:endCxn id="1361057770" idx="0"/>
          </p:cNvCxnSpPr>
          <p:nvPr/>
        </p:nvCxnSpPr>
        <p:spPr bwMode="auto">
          <a:xfrm rot="10799989" flipH="0" flipV="1">
            <a:off x="4588642" y="1387798"/>
            <a:ext cx="951117" cy="454837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1596089" name=""/>
          <p:cNvSpPr/>
          <p:nvPr/>
        </p:nvSpPr>
        <p:spPr bwMode="auto">
          <a:xfrm flipH="0" flipV="0">
            <a:off x="6870224" y="2964287"/>
            <a:ext cx="1020420" cy="866337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FrontEnd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Functions: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UI / UX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endParaRPr sz="1200">
              <a:solidFill>
                <a:schemeClr val="tx1"/>
              </a:solidFill>
            </a:endParaRPr>
          </a:p>
        </p:txBody>
      </p:sp>
      <p:cxnSp>
        <p:nvCxnSpPr>
          <p:cNvPr id="1596161223" name=""/>
          <p:cNvCxnSpPr>
            <a:stCxn id="1411596089" idx="1"/>
          </p:cNvCxnSpPr>
          <p:nvPr/>
        </p:nvCxnSpPr>
        <p:spPr bwMode="auto">
          <a:xfrm rot="10799989" flipH="0" flipV="0">
            <a:off x="5539761" y="3391205"/>
            <a:ext cx="1330463" cy="0"/>
          </a:xfrm>
          <a:prstGeom prst="line">
            <a:avLst/>
          </a:prstGeom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2841704" name=""/>
          <p:cNvSpPr txBox="1"/>
          <p:nvPr/>
        </p:nvSpPr>
        <p:spPr bwMode="auto">
          <a:xfrm rot="0" flipH="0" flipV="0">
            <a:off x="5687622" y="2839210"/>
            <a:ext cx="112366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API Calls</a:t>
            </a:r>
            <a:endParaRPr/>
          </a:p>
        </p:txBody>
      </p:sp>
      <p:cxnSp>
        <p:nvCxnSpPr>
          <p:cNvPr id="1095274410" name=""/>
          <p:cNvCxnSpPr/>
          <p:nvPr/>
        </p:nvCxnSpPr>
        <p:spPr bwMode="auto">
          <a:xfrm rot="10799989" flipH="0" flipV="1">
            <a:off x="2645707" y="3384951"/>
            <a:ext cx="991819" cy="981655"/>
          </a:xfrm>
          <a:prstGeom prst="line">
            <a:avLst/>
          </a:prstGeom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631632" name=""/>
          <p:cNvSpPr/>
          <p:nvPr/>
        </p:nvSpPr>
        <p:spPr bwMode="auto">
          <a:xfrm flipH="0" flipV="0">
            <a:off x="8775401" y="3606411"/>
            <a:ext cx="1902232" cy="1277244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7030A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Mobile APP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</a:t>
            </a:r>
            <a:r>
              <a:rPr sz="1200">
                <a:solidFill>
                  <a:schemeClr val="tx1"/>
                </a:solidFill>
              </a:rPr>
              <a:t> Kotlin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Android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Functions: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UI / UX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endParaRPr sz="1200">
              <a:solidFill>
                <a:schemeClr val="tx1"/>
              </a:solidFill>
            </a:endParaRPr>
          </a:p>
        </p:txBody>
      </p:sp>
      <p:sp>
        <p:nvSpPr>
          <p:cNvPr id="1932803744" name=""/>
          <p:cNvSpPr/>
          <p:nvPr/>
        </p:nvSpPr>
        <p:spPr bwMode="auto">
          <a:xfrm flipH="0" flipV="0">
            <a:off x="8775401" y="2120213"/>
            <a:ext cx="1902232" cy="1277244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00B05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WebSite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</a:t>
            </a:r>
            <a:r>
              <a:rPr sz="1200">
                <a:solidFill>
                  <a:schemeClr val="tx1"/>
                </a:solidFill>
              </a:rPr>
              <a:t> React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PC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Functions: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UI / UX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endParaRPr sz="1200">
              <a:solidFill>
                <a:schemeClr val="tx1"/>
              </a:solidFill>
            </a:endParaRPr>
          </a:p>
        </p:txBody>
      </p:sp>
      <p:cxnSp>
        <p:nvCxnSpPr>
          <p:cNvPr id="1684417981" name=""/>
          <p:cNvCxnSpPr>
            <a:endCxn id="1932803744" idx="1"/>
          </p:cNvCxnSpPr>
          <p:nvPr/>
        </p:nvCxnSpPr>
        <p:spPr bwMode="auto">
          <a:xfrm rot="0" flipH="0" flipV="1">
            <a:off x="7890644" y="2758835"/>
            <a:ext cx="884755" cy="638621"/>
          </a:xfrm>
          <a:prstGeom prst="line">
            <a:avLst/>
          </a:prstGeom>
          <a:ln w="28575" cap="flat" cmpd="sng" algn="ctr">
            <a:solidFill>
              <a:schemeClr val="accent1">
                <a:lumMod val="74901"/>
              </a:schemeClr>
            </a:solidFill>
            <a:prstDash val="sysDot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665457" name=""/>
          <p:cNvCxnSpPr>
            <a:stCxn id="1411596089" idx="3"/>
            <a:endCxn id="1845631632" idx="1"/>
          </p:cNvCxnSpPr>
          <p:nvPr/>
        </p:nvCxnSpPr>
        <p:spPr bwMode="auto">
          <a:xfrm rot="0" flipH="0" flipV="0">
            <a:off x="7890644" y="3397456"/>
            <a:ext cx="884755" cy="847577"/>
          </a:xfrm>
          <a:prstGeom prst="line">
            <a:avLst/>
          </a:prstGeom>
          <a:ln w="28575" cap="flat" cmpd="sng" algn="ctr">
            <a:solidFill>
              <a:schemeClr val="accent1">
                <a:lumMod val="74901"/>
              </a:schemeClr>
            </a:solidFill>
            <a:prstDash val="sysDot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739192" name=""/>
          <p:cNvCxnSpPr>
            <a:stCxn id="565784891" idx="3"/>
          </p:cNvCxnSpPr>
          <p:nvPr/>
        </p:nvCxnSpPr>
        <p:spPr bwMode="auto">
          <a:xfrm rot="0" flipH="0" flipV="0">
            <a:off x="8542194" y="1387798"/>
            <a:ext cx="1145577" cy="732412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22242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876004" y="5025296"/>
            <a:ext cx="1573007" cy="1573007"/>
          </a:xfrm>
          <a:prstGeom prst="rect">
            <a:avLst/>
          </a:prstGeom>
        </p:spPr>
      </p:pic>
      <p:pic>
        <p:nvPicPr>
          <p:cNvPr id="15343577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335861" y="5115402"/>
            <a:ext cx="1129305" cy="635234"/>
          </a:xfrm>
          <a:prstGeom prst="rect">
            <a:avLst/>
          </a:prstGeom>
        </p:spPr>
      </p:pic>
      <p:pic>
        <p:nvPicPr>
          <p:cNvPr id="1403590893" name=""/>
          <p:cNvPicPr>
            <a:picLocks noChangeAspect="1"/>
          </p:cNvPicPr>
          <p:nvPr/>
        </p:nvPicPr>
        <p:blipFill>
          <a:blip r:embed="rId6"/>
          <a:srcRect l="24734" t="20562" r="24611" b="21128"/>
          <a:stretch/>
        </p:blipFill>
        <p:spPr bwMode="auto">
          <a:xfrm flipH="0" flipV="0">
            <a:off x="9014997" y="5115403"/>
            <a:ext cx="1543921" cy="1482901"/>
          </a:xfrm>
          <a:prstGeom prst="rect">
            <a:avLst/>
          </a:prstGeom>
        </p:spPr>
      </p:pic>
      <p:pic>
        <p:nvPicPr>
          <p:cNvPr id="198950865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9603742" y="645644"/>
            <a:ext cx="1474567" cy="1474567"/>
          </a:xfrm>
          <a:prstGeom prst="rect">
            <a:avLst/>
          </a:prstGeom>
        </p:spPr>
      </p:pic>
      <p:pic>
        <p:nvPicPr>
          <p:cNvPr id="1696579643" name=""/>
          <p:cNvPicPr>
            <a:picLocks noChangeAspect="1"/>
          </p:cNvPicPr>
          <p:nvPr/>
        </p:nvPicPr>
        <p:blipFill>
          <a:blip r:embed="rId8"/>
          <a:srcRect l="29479" t="21676" r="29543" b="27432"/>
          <a:stretch/>
        </p:blipFill>
        <p:spPr bwMode="auto">
          <a:xfrm flipH="0" flipV="0">
            <a:off x="3590746" y="1131922"/>
            <a:ext cx="1214149" cy="511752"/>
          </a:xfrm>
          <a:prstGeom prst="rect">
            <a:avLst/>
          </a:prstGeom>
        </p:spPr>
      </p:pic>
      <p:pic>
        <p:nvPicPr>
          <p:cNvPr id="229853049" name="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 flipH="0" flipV="0">
            <a:off x="10789262" y="2188642"/>
            <a:ext cx="1251308" cy="1016687"/>
          </a:xfrm>
          <a:prstGeom prst="rect">
            <a:avLst/>
          </a:prstGeom>
        </p:spPr>
      </p:pic>
      <p:pic>
        <p:nvPicPr>
          <p:cNvPr id="1930486080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10655725" y="3657505"/>
            <a:ext cx="1518382" cy="759191"/>
          </a:xfrm>
          <a:prstGeom prst="rect">
            <a:avLst/>
          </a:prstGeom>
        </p:spPr>
      </p:pic>
      <p:pic>
        <p:nvPicPr>
          <p:cNvPr id="1779886064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flipH="0" flipV="0">
            <a:off x="10789262" y="4319841"/>
            <a:ext cx="1313727" cy="656863"/>
          </a:xfrm>
          <a:prstGeom prst="rect">
            <a:avLst/>
          </a:prstGeom>
        </p:spPr>
      </p:pic>
      <p:pic>
        <p:nvPicPr>
          <p:cNvPr id="1709852583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flipH="0" flipV="0">
            <a:off x="1158664" y="1205934"/>
            <a:ext cx="1243177" cy="532235"/>
          </a:xfrm>
          <a:prstGeom prst="rect">
            <a:avLst/>
          </a:prstGeom>
        </p:spPr>
      </p:pic>
      <p:pic>
        <p:nvPicPr>
          <p:cNvPr id="124555412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1275847" y="2959002"/>
            <a:ext cx="1009166" cy="851893"/>
          </a:xfrm>
          <a:prstGeom prst="rect">
            <a:avLst/>
          </a:prstGeom>
        </p:spPr>
      </p:pic>
      <p:pic>
        <p:nvPicPr>
          <p:cNvPr id="45950112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52379" y="4976703"/>
            <a:ext cx="1573006" cy="1573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453714" name=""/>
          <p:cNvSpPr/>
          <p:nvPr/>
        </p:nvSpPr>
        <p:spPr bwMode="auto">
          <a:xfrm flipH="0" flipV="0">
            <a:off x="-10582" y="-10582"/>
            <a:ext cx="12213165" cy="6868581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02444365" name=""/>
          <p:cNvSpPr/>
          <p:nvPr/>
        </p:nvSpPr>
        <p:spPr bwMode="auto">
          <a:xfrm flipH="0" flipV="0">
            <a:off x="2052174" y="3851451"/>
            <a:ext cx="1730907" cy="996574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Redis DB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 DB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Docker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290775617" name=""/>
          <p:cNvSpPr/>
          <p:nvPr/>
        </p:nvSpPr>
        <p:spPr bwMode="auto">
          <a:xfrm flipH="0" flipV="0">
            <a:off x="4088876" y="3896851"/>
            <a:ext cx="1724492" cy="905771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chemeClr val="bg1">
                <a:lumMod val="65098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External API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 marL="217791" indent="-217791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Login com Google/Facebook 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1776046695" name="Título 1"/>
          <p:cNvSpPr>
            <a:spLocks noGrp="1"/>
          </p:cNvSpPr>
          <p:nvPr>
            <p:ph type="title"/>
          </p:nvPr>
        </p:nvSpPr>
        <p:spPr bwMode="auto">
          <a:xfrm flipH="0" flipV="0">
            <a:off x="46953" y="10270"/>
            <a:ext cx="10151034" cy="855069"/>
          </a:xfrm>
        </p:spPr>
        <p:txBody>
          <a:bodyPr/>
          <a:lstStyle/>
          <a:p>
            <a:pPr>
              <a:defRPr/>
            </a:pPr>
            <a:r>
              <a:rPr sz="2800"/>
              <a:t>Neo Training Server - 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MicroServices</a:t>
            </a:r>
            <a:r>
              <a:rPr sz="2800"/>
              <a:t> Hell Tech Stack</a:t>
            </a:r>
            <a:endParaRPr sz="2800"/>
          </a:p>
        </p:txBody>
      </p:sp>
      <p:sp>
        <p:nvSpPr>
          <p:cNvPr id="290239998" name=""/>
          <p:cNvSpPr/>
          <p:nvPr/>
        </p:nvSpPr>
        <p:spPr bwMode="auto">
          <a:xfrm flipH="0" flipV="0">
            <a:off x="189441" y="3854459"/>
            <a:ext cx="1730907" cy="996574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00206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DataBase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 DB MySQL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Docker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610845665" name=""/>
          <p:cNvSpPr/>
          <p:nvPr/>
        </p:nvSpPr>
        <p:spPr bwMode="auto">
          <a:xfrm flipH="0" flipV="0">
            <a:off x="4000005" y="862332"/>
            <a:ext cx="1902232" cy="2700965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00B0F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Auth Service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</a:t>
            </a:r>
            <a:r>
              <a:rPr sz="1200">
                <a:solidFill>
                  <a:schemeClr val="tx1"/>
                </a:solidFill>
              </a:rPr>
              <a:t> C# .NET Service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PC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Functions:</a:t>
            </a:r>
            <a:endParaRPr sz="1200">
              <a:solidFill>
                <a:schemeClr val="tx1"/>
              </a:solidFill>
            </a:endParaRPr>
          </a:p>
          <a:p>
            <a:pPr marL="261848" indent="-26184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Create Acount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Login (2FA)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Logout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Auth User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Autorize User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Expire Tokens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Rotate Tokens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Google / Facebook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1069639831" name=""/>
          <p:cNvSpPr/>
          <p:nvPr/>
        </p:nvSpPr>
        <p:spPr bwMode="auto">
          <a:xfrm flipH="0" flipV="0">
            <a:off x="2917629" y="5840634"/>
            <a:ext cx="1730907" cy="700740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chemeClr val="bg1">
                <a:lumMod val="65098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External API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 marL="217791" indent="-217791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ChatBot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635296686" name=""/>
          <p:cNvSpPr/>
          <p:nvPr/>
        </p:nvSpPr>
        <p:spPr bwMode="auto">
          <a:xfrm flipH="0" flipV="0">
            <a:off x="5868941" y="5171283"/>
            <a:ext cx="1902232" cy="1450973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92D05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RestAPI (BD &lt;=&gt; User)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</a:t>
            </a:r>
            <a:r>
              <a:rPr sz="1200">
                <a:solidFill>
                  <a:schemeClr val="tx1"/>
                </a:solidFill>
              </a:rPr>
              <a:t> C# .NET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PC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Functions: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Handle DB</a:t>
            </a:r>
            <a:endParaRPr sz="1200">
              <a:solidFill>
                <a:schemeClr val="tx1"/>
              </a:solidFill>
            </a:endParaRPr>
          </a:p>
        </p:txBody>
      </p:sp>
      <p:cxnSp>
        <p:nvCxnSpPr>
          <p:cNvPr id="2036762825" name=""/>
          <p:cNvCxnSpPr>
            <a:stCxn id="290239998" idx="0"/>
            <a:endCxn id="610845665" idx="1"/>
          </p:cNvCxnSpPr>
          <p:nvPr/>
        </p:nvCxnSpPr>
        <p:spPr bwMode="auto">
          <a:xfrm rot="16199932" flipH="0" flipV="0">
            <a:off x="1706628" y="1561082"/>
            <a:ext cx="1641641" cy="2945109"/>
          </a:xfrm>
          <a:prstGeom prst="line">
            <a:avLst/>
          </a:prstGeom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20479" name=""/>
          <p:cNvCxnSpPr>
            <a:stCxn id="635296686" idx="0"/>
            <a:endCxn id="610845665" idx="3"/>
          </p:cNvCxnSpPr>
          <p:nvPr/>
        </p:nvCxnSpPr>
        <p:spPr bwMode="auto">
          <a:xfrm rot="16199932" flipH="0" flipV="1">
            <a:off x="4881916" y="3233138"/>
            <a:ext cx="2958467" cy="917818"/>
          </a:xfrm>
          <a:prstGeom prst="line">
            <a:avLst/>
          </a:prstGeom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0014831" name=""/>
          <p:cNvCxnSpPr>
            <a:stCxn id="290775617" idx="0"/>
            <a:endCxn id="610845665" idx="2"/>
          </p:cNvCxnSpPr>
          <p:nvPr/>
        </p:nvCxnSpPr>
        <p:spPr bwMode="auto">
          <a:xfrm rot="16199932" flipH="0" flipV="1">
            <a:off x="4784347" y="3730075"/>
            <a:ext cx="333550" cy="0"/>
          </a:xfrm>
          <a:prstGeom prst="line">
            <a:avLst/>
          </a:prstGeom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0220131" name=""/>
          <p:cNvSpPr/>
          <p:nvPr/>
        </p:nvSpPr>
        <p:spPr bwMode="auto">
          <a:xfrm flipH="0" flipV="0">
            <a:off x="8442960" y="3821234"/>
            <a:ext cx="1020420" cy="866337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FrontEnd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Functions: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UI / UX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endParaRPr sz="1200">
              <a:solidFill>
                <a:schemeClr val="tx1"/>
              </a:solidFill>
            </a:endParaRPr>
          </a:p>
        </p:txBody>
      </p:sp>
      <p:cxnSp>
        <p:nvCxnSpPr>
          <p:cNvPr id="669542449" name=""/>
          <p:cNvCxnSpPr>
            <a:stCxn id="635296686" idx="3"/>
            <a:endCxn id="1750220131" idx="1"/>
          </p:cNvCxnSpPr>
          <p:nvPr/>
        </p:nvCxnSpPr>
        <p:spPr bwMode="auto">
          <a:xfrm rot="0" flipH="0" flipV="1">
            <a:off x="7771176" y="4254404"/>
            <a:ext cx="671784" cy="1642365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8027036" name=""/>
          <p:cNvCxnSpPr>
            <a:stCxn id="635296686" idx="1"/>
            <a:endCxn id="1802444365" idx="2"/>
          </p:cNvCxnSpPr>
          <p:nvPr/>
        </p:nvCxnSpPr>
        <p:spPr bwMode="auto">
          <a:xfrm rot="10799953" flipH="0" flipV="0">
            <a:off x="2917629" y="4848025"/>
            <a:ext cx="2951312" cy="1048743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7555381" name=""/>
          <p:cNvCxnSpPr>
            <a:stCxn id="1069639831" idx="3"/>
            <a:endCxn id="635296686" idx="1"/>
          </p:cNvCxnSpPr>
          <p:nvPr/>
        </p:nvCxnSpPr>
        <p:spPr bwMode="auto">
          <a:xfrm rot="0" flipH="0" flipV="1">
            <a:off x="4648537" y="5896770"/>
            <a:ext cx="1220404" cy="294233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667655" name=""/>
          <p:cNvCxnSpPr>
            <a:stCxn id="290239998" idx="2"/>
            <a:endCxn id="635296686" idx="1"/>
          </p:cNvCxnSpPr>
          <p:nvPr/>
        </p:nvCxnSpPr>
        <p:spPr bwMode="auto">
          <a:xfrm rot="5399942" flipH="0" flipV="1">
            <a:off x="2939050" y="2966879"/>
            <a:ext cx="1045734" cy="4814046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1338457" name=""/>
          <p:cNvCxnSpPr>
            <a:stCxn id="1750220131" idx="1"/>
            <a:endCxn id="610845665" idx="3"/>
          </p:cNvCxnSpPr>
          <p:nvPr/>
        </p:nvCxnSpPr>
        <p:spPr bwMode="auto">
          <a:xfrm rot="10799953" flipH="0" flipV="0">
            <a:off x="5902238" y="2212816"/>
            <a:ext cx="2540720" cy="2041587"/>
          </a:xfrm>
          <a:prstGeom prst="line">
            <a:avLst/>
          </a:prstGeom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2639460" name=""/>
          <p:cNvSpPr txBox="1"/>
          <p:nvPr/>
        </p:nvSpPr>
        <p:spPr bwMode="auto">
          <a:xfrm rot="2294179" flipH="0" flipV="0">
            <a:off x="6618534" y="2912112"/>
            <a:ext cx="1429285" cy="36611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Login/logout</a:t>
            </a:r>
            <a:endParaRPr/>
          </a:p>
        </p:txBody>
      </p:sp>
      <p:cxnSp>
        <p:nvCxnSpPr>
          <p:cNvPr id="1075961317" name=""/>
          <p:cNvCxnSpPr>
            <a:stCxn id="610845665" idx="1"/>
            <a:endCxn id="1802444365" idx="0"/>
          </p:cNvCxnSpPr>
          <p:nvPr/>
        </p:nvCxnSpPr>
        <p:spPr bwMode="auto">
          <a:xfrm rot="10799953" flipH="0" flipV="1">
            <a:off x="2917629" y="2212816"/>
            <a:ext cx="1082376" cy="1638632"/>
          </a:xfrm>
          <a:prstGeom prst="line">
            <a:avLst/>
          </a:prstGeom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0943239" name=""/>
          <p:cNvSpPr txBox="1"/>
          <p:nvPr/>
        </p:nvSpPr>
        <p:spPr bwMode="auto">
          <a:xfrm rot="4379275" flipH="0" flipV="0">
            <a:off x="5852769" y="3714340"/>
            <a:ext cx="1555251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Auth/Autorize</a:t>
            </a:r>
            <a:endParaRPr/>
          </a:p>
        </p:txBody>
      </p:sp>
      <p:sp>
        <p:nvSpPr>
          <p:cNvPr id="1633935433" name=""/>
          <p:cNvSpPr/>
          <p:nvPr/>
        </p:nvSpPr>
        <p:spPr bwMode="auto">
          <a:xfrm flipH="0" flipV="0">
            <a:off x="10062489" y="4226274"/>
            <a:ext cx="1902232" cy="1277244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7030A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Mobile APP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</a:t>
            </a:r>
            <a:r>
              <a:rPr sz="1200">
                <a:solidFill>
                  <a:schemeClr val="tx1"/>
                </a:solidFill>
              </a:rPr>
              <a:t> Kotlin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Android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Functions: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UI / UX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endParaRPr sz="1200">
              <a:solidFill>
                <a:schemeClr val="tx1"/>
              </a:solidFill>
            </a:endParaRPr>
          </a:p>
        </p:txBody>
      </p:sp>
      <p:sp>
        <p:nvSpPr>
          <p:cNvPr id="1875252943" name=""/>
          <p:cNvSpPr/>
          <p:nvPr/>
        </p:nvSpPr>
        <p:spPr bwMode="auto">
          <a:xfrm flipH="0" flipV="0">
            <a:off x="10062489" y="2746329"/>
            <a:ext cx="1902232" cy="1277244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00B05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WebSite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</a:t>
            </a:r>
            <a:r>
              <a:rPr sz="1200">
                <a:solidFill>
                  <a:schemeClr val="tx1"/>
                </a:solidFill>
              </a:rPr>
              <a:t> React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PC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Functions: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UI / UX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endParaRPr sz="1200">
              <a:solidFill>
                <a:schemeClr val="tx1"/>
              </a:solidFill>
            </a:endParaRPr>
          </a:p>
        </p:txBody>
      </p:sp>
      <p:cxnSp>
        <p:nvCxnSpPr>
          <p:cNvPr id="237119424" name=""/>
          <p:cNvCxnSpPr>
            <a:stCxn id="1750220131" idx="3"/>
            <a:endCxn id="1875252943" idx="1"/>
          </p:cNvCxnSpPr>
          <p:nvPr/>
        </p:nvCxnSpPr>
        <p:spPr bwMode="auto">
          <a:xfrm rot="0" flipH="0" flipV="1">
            <a:off x="9463381" y="3384951"/>
            <a:ext cx="599107" cy="869451"/>
          </a:xfrm>
          <a:prstGeom prst="line">
            <a:avLst/>
          </a:prstGeom>
          <a:ln w="28575" cap="flat" cmpd="sng" algn="ctr">
            <a:solidFill>
              <a:schemeClr val="accent1">
                <a:lumMod val="74901"/>
              </a:schemeClr>
            </a:solidFill>
            <a:prstDash val="sysDot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509843" name=""/>
          <p:cNvCxnSpPr>
            <a:stCxn id="1750220131" idx="3"/>
            <a:endCxn id="1633935433" idx="1"/>
          </p:cNvCxnSpPr>
          <p:nvPr/>
        </p:nvCxnSpPr>
        <p:spPr bwMode="auto">
          <a:xfrm rot="0" flipH="0" flipV="0">
            <a:off x="9463381" y="4254404"/>
            <a:ext cx="599107" cy="610489"/>
          </a:xfrm>
          <a:prstGeom prst="line">
            <a:avLst/>
          </a:prstGeom>
          <a:ln w="28575" cap="flat" cmpd="sng" algn="ctr">
            <a:solidFill>
              <a:schemeClr val="accent1">
                <a:lumMod val="74901"/>
              </a:schemeClr>
            </a:solidFill>
            <a:prstDash val="sysDot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679879" name=""/>
          <p:cNvSpPr/>
          <p:nvPr/>
        </p:nvSpPr>
        <p:spPr bwMode="auto">
          <a:xfrm flipH="0" flipV="0">
            <a:off x="3493103" y="3884036"/>
            <a:ext cx="1724494" cy="905773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chemeClr val="bg1">
                <a:lumMod val="65098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External API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 marL="217792" indent="-217792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Login com Google/Facebook 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2067614046" name="Título 1"/>
          <p:cNvSpPr>
            <a:spLocks noGrp="1"/>
          </p:cNvSpPr>
          <p:nvPr>
            <p:ph type="title"/>
          </p:nvPr>
        </p:nvSpPr>
        <p:spPr bwMode="auto">
          <a:xfrm flipH="0" flipV="0">
            <a:off x="46954" y="10271"/>
            <a:ext cx="10151035" cy="855070"/>
          </a:xfrm>
        </p:spPr>
        <p:txBody>
          <a:bodyPr/>
          <a:lstStyle/>
          <a:p>
            <a:pPr>
              <a:defRPr/>
            </a:pPr>
            <a:r>
              <a:rPr sz="2800"/>
              <a:t>(Sistema de Informação) – 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Monolith</a:t>
            </a:r>
            <a:r>
              <a:rPr sz="2800"/>
              <a:t> Tech Stack</a:t>
            </a:r>
            <a:endParaRPr sz="2800"/>
          </a:p>
        </p:txBody>
      </p:sp>
      <p:sp>
        <p:nvSpPr>
          <p:cNvPr id="1546316079" name=""/>
          <p:cNvSpPr/>
          <p:nvPr/>
        </p:nvSpPr>
        <p:spPr bwMode="auto">
          <a:xfrm flipH="0" flipV="0">
            <a:off x="373943" y="3037790"/>
            <a:ext cx="1730908" cy="996576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00206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DataBase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 DB MySQL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Docker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528181993" name=""/>
          <p:cNvSpPr/>
          <p:nvPr/>
        </p:nvSpPr>
        <p:spPr bwMode="auto">
          <a:xfrm flipH="0" flipV="0">
            <a:off x="2761294" y="1056294"/>
            <a:ext cx="1902234" cy="2554489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00B0F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Auth Service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 (??)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(??)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Functions:</a:t>
            </a:r>
            <a:endParaRPr sz="1200">
              <a:solidFill>
                <a:schemeClr val="tx1"/>
              </a:solidFill>
            </a:endParaRPr>
          </a:p>
          <a:p>
            <a:pPr marL="261850" indent="-261850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Create Acount</a:t>
            </a:r>
            <a:endParaRPr sz="1200">
              <a:solidFill>
                <a:schemeClr val="tx1"/>
              </a:solidFill>
            </a:endParaRPr>
          </a:p>
          <a:p>
            <a:pPr marL="283879" indent="-283879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Login (2FA)</a:t>
            </a:r>
            <a:endParaRPr sz="1200">
              <a:solidFill>
                <a:schemeClr val="tx1"/>
              </a:solidFill>
            </a:endParaRPr>
          </a:p>
          <a:p>
            <a:pPr marL="283879" indent="-283879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Logout</a:t>
            </a:r>
            <a:endParaRPr sz="1200">
              <a:solidFill>
                <a:schemeClr val="tx1"/>
              </a:solidFill>
            </a:endParaRPr>
          </a:p>
          <a:p>
            <a:pPr marL="283879" indent="-283879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Auth User</a:t>
            </a:r>
            <a:endParaRPr sz="1200">
              <a:solidFill>
                <a:schemeClr val="tx1"/>
              </a:solidFill>
            </a:endParaRPr>
          </a:p>
          <a:p>
            <a:pPr marL="283879" indent="-283879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Expire Tokens</a:t>
            </a:r>
            <a:endParaRPr sz="1200">
              <a:solidFill>
                <a:schemeClr val="tx1"/>
              </a:solidFill>
            </a:endParaRPr>
          </a:p>
          <a:p>
            <a:pPr marL="283879" indent="-283879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Rotate Tokens</a:t>
            </a:r>
            <a:endParaRPr sz="1200">
              <a:solidFill>
                <a:schemeClr val="tx1"/>
              </a:solidFill>
            </a:endParaRPr>
          </a:p>
          <a:p>
            <a:pPr marL="283879" indent="-283879">
              <a:buFont typeface="Arial"/>
              <a:buChar char="–"/>
              <a:defRPr/>
            </a:pPr>
            <a:endParaRPr sz="1200">
              <a:solidFill>
                <a:schemeClr val="tx1"/>
              </a:solidFill>
            </a:endParaRPr>
          </a:p>
          <a:p>
            <a:pPr marL="283879" indent="-283879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Google / Facebook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692926506" name=""/>
          <p:cNvSpPr/>
          <p:nvPr/>
        </p:nvSpPr>
        <p:spPr bwMode="auto">
          <a:xfrm flipH="0" flipV="0">
            <a:off x="2104851" y="5968275"/>
            <a:ext cx="1730907" cy="700741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chemeClr val="bg1">
                <a:lumMod val="65098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External API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ChatBot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1539899421" name=""/>
          <p:cNvSpPr/>
          <p:nvPr/>
        </p:nvSpPr>
        <p:spPr bwMode="auto">
          <a:xfrm flipH="0" flipV="0">
            <a:off x="5289181" y="4888028"/>
            <a:ext cx="1902233" cy="1780988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92D05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BackEnd (Proxy ISH)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</a:t>
            </a:r>
            <a:r>
              <a:rPr sz="1200">
                <a:solidFill>
                  <a:schemeClr val="tx1"/>
                </a:solidFill>
              </a:rPr>
              <a:t> C# .NET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PC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Functions: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Login / Logout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Auth / Autorize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Handle DB</a:t>
            </a:r>
            <a:endParaRPr sz="1200">
              <a:solidFill>
                <a:schemeClr val="tx1"/>
              </a:solidFill>
            </a:endParaRPr>
          </a:p>
        </p:txBody>
      </p:sp>
      <p:cxnSp>
        <p:nvCxnSpPr>
          <p:cNvPr id="1699948651" name=""/>
          <p:cNvCxnSpPr>
            <a:stCxn id="1546316079" idx="3"/>
            <a:endCxn id="528181993" idx="1"/>
          </p:cNvCxnSpPr>
          <p:nvPr/>
        </p:nvCxnSpPr>
        <p:spPr bwMode="auto">
          <a:xfrm rot="0" flipH="0" flipV="1">
            <a:off x="2104852" y="2333539"/>
            <a:ext cx="656441" cy="1202538"/>
          </a:xfrm>
          <a:prstGeom prst="line">
            <a:avLst/>
          </a:prstGeom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301870" name=""/>
          <p:cNvCxnSpPr>
            <a:stCxn id="1539899421" idx="0"/>
            <a:endCxn id="528181993" idx="3"/>
          </p:cNvCxnSpPr>
          <p:nvPr/>
        </p:nvCxnSpPr>
        <p:spPr bwMode="auto">
          <a:xfrm rot="16199969" flipH="0" flipV="1">
            <a:off x="4174669" y="2822399"/>
            <a:ext cx="2554489" cy="1576769"/>
          </a:xfrm>
          <a:prstGeom prst="line">
            <a:avLst/>
          </a:prstGeom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1573410" name=""/>
          <p:cNvCxnSpPr>
            <a:stCxn id="473679879" idx="0"/>
            <a:endCxn id="528181993" idx="2"/>
          </p:cNvCxnSpPr>
          <p:nvPr/>
        </p:nvCxnSpPr>
        <p:spPr bwMode="auto">
          <a:xfrm rot="16199969" flipH="0" flipV="1">
            <a:off x="3897255" y="3425940"/>
            <a:ext cx="273251" cy="642938"/>
          </a:xfrm>
          <a:prstGeom prst="line">
            <a:avLst/>
          </a:prstGeom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4521061" name=""/>
          <p:cNvSpPr/>
          <p:nvPr/>
        </p:nvSpPr>
        <p:spPr bwMode="auto">
          <a:xfrm flipH="0" flipV="0">
            <a:off x="8139977" y="5133776"/>
            <a:ext cx="1902233" cy="1277244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FrontEnd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</a:t>
            </a:r>
            <a:r>
              <a:rPr sz="1200">
                <a:solidFill>
                  <a:schemeClr val="tx1"/>
                </a:solidFill>
              </a:rPr>
              <a:t> React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PC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Functions: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200">
                <a:solidFill>
                  <a:schemeClr val="tx1"/>
                </a:solidFill>
              </a:rPr>
              <a:t>UI / UX</a:t>
            </a:r>
            <a:endParaRPr sz="1200">
              <a:solidFill>
                <a:schemeClr val="tx1"/>
              </a:solidFill>
            </a:endParaRPr>
          </a:p>
          <a:p>
            <a:pPr marL="283878" indent="-283878">
              <a:buFont typeface="Arial"/>
              <a:buChar char="–"/>
              <a:defRPr/>
            </a:pPr>
            <a:endParaRPr sz="1200">
              <a:solidFill>
                <a:schemeClr val="tx1"/>
              </a:solidFill>
            </a:endParaRPr>
          </a:p>
        </p:txBody>
      </p:sp>
      <p:cxnSp>
        <p:nvCxnSpPr>
          <p:cNvPr id="1428586097" name=""/>
          <p:cNvCxnSpPr>
            <a:stCxn id="1539899421" idx="3"/>
            <a:endCxn id="764521061" idx="1"/>
          </p:cNvCxnSpPr>
          <p:nvPr/>
        </p:nvCxnSpPr>
        <p:spPr bwMode="auto">
          <a:xfrm rot="0" flipH="0" flipV="1">
            <a:off x="7191415" y="5775460"/>
            <a:ext cx="948561" cy="0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7783755" name=""/>
          <p:cNvCxnSpPr>
            <a:stCxn id="1539899421" idx="1"/>
            <a:endCxn id="507493943" idx="3"/>
          </p:cNvCxnSpPr>
          <p:nvPr/>
        </p:nvCxnSpPr>
        <p:spPr bwMode="auto">
          <a:xfrm rot="10799989" flipH="0" flipV="0">
            <a:off x="2274536" y="5288097"/>
            <a:ext cx="3014645" cy="490424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9623956" name=""/>
          <p:cNvCxnSpPr>
            <a:stCxn id="692926506" idx="3"/>
            <a:endCxn id="1539899421" idx="1"/>
          </p:cNvCxnSpPr>
          <p:nvPr/>
        </p:nvCxnSpPr>
        <p:spPr bwMode="auto">
          <a:xfrm rot="0" flipH="0" flipV="1">
            <a:off x="3835759" y="5778523"/>
            <a:ext cx="1453421" cy="540122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493943" name=""/>
          <p:cNvSpPr/>
          <p:nvPr/>
        </p:nvSpPr>
        <p:spPr bwMode="auto">
          <a:xfrm flipH="0" flipV="0">
            <a:off x="543628" y="4789810"/>
            <a:ext cx="1730907" cy="996575"/>
          </a:xfrm>
          <a:prstGeom prst="rect">
            <a:avLst/>
          </a:prstGeom>
          <a:solidFill>
            <a:schemeClr val="bg1"/>
          </a:solidFill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Redis DB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Tech: DB</a:t>
            </a:r>
            <a:endParaRPr sz="1200">
              <a:solidFill>
                <a:schemeClr val="tx1"/>
              </a:solidFill>
            </a:endParaRPr>
          </a:p>
          <a:p>
            <a:pPr>
              <a:defRPr/>
            </a:pPr>
            <a:r>
              <a:rPr sz="1200">
                <a:solidFill>
                  <a:schemeClr val="tx1"/>
                </a:solidFill>
              </a:rPr>
              <a:t>Running on: Docker</a:t>
            </a:r>
            <a:endParaRPr sz="1200">
              <a:solidFill>
                <a:schemeClr val="tx1"/>
              </a:solidFill>
            </a:endParaRPr>
          </a:p>
        </p:txBody>
      </p:sp>
      <p:cxnSp>
        <p:nvCxnSpPr>
          <p:cNvPr id="314239848" name=""/>
          <p:cNvCxnSpPr>
            <a:stCxn id="1546316079" idx="2"/>
            <a:endCxn id="1539899421" idx="1"/>
          </p:cNvCxnSpPr>
          <p:nvPr/>
        </p:nvCxnSpPr>
        <p:spPr bwMode="auto">
          <a:xfrm rot="5399976" flipH="0" flipV="1">
            <a:off x="2392211" y="2881553"/>
            <a:ext cx="1744156" cy="4049783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sysDash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modified xsi:type="dcterms:W3CDTF">2026-02-16T19:45:48Z</dcterms:modified>
</cp:coreProperties>
</file>