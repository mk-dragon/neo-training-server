
<file path=[Content_Types].xml><?xml version="1.0" encoding="utf-8"?>
<Types xmlns="http://schemas.openxmlformats.org/package/2006/content-types">
  <Default Extension="wmf" ContentType="image/x-wmf"/>
  <Default Extension="png" ContentType="image/png"/>
  <Default Extension="jpeg" ContentType="image/jpeg"/>
  <Default Extension="xml" ContentType="application/xml"/>
  <Default Extension="rels" ContentType="application/vnd.openxmlformats-package.relationships+xml"/>
  <Default Extension="bin" ContentType="application/vnd.openxmlformats-officedocument.oleObject"/>
  <Override PartName="/ppt/notesSlides/notesSlide2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3.xml" ContentType="application/vnd.openxmlformats-officedocument.presentationml.slide+xml"/>
  <Override PartName="/ppt/slides/slide2.xml" ContentType="application/vnd.openxmlformats-officedocument.presentationml.slide+xml"/>
  <Override PartName="/ppt/slides/slide1.xml" ContentType="application/vnd.openxmlformats-officedocument.presentationml.slide+xml"/>
  <Override PartName="/ppt/slideLayouts/slideLayout10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2.xml" ContentType="application/vnd.openxmlformats-officedocument.theme+xml"/>
  <Override PartName="/ppt/notesSlides/notesSlide3.xml" ContentType="application/vnd.openxmlformats-officedocument.presentationml.notesSlide+xml"/>
  <Override PartName="/docProps/app.xml" ContentType="application/vnd.openxmlformats-officedocument.extended-properties+xml"/>
  <Override PartName="/ppt/slideLayouts/slideLayout6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ppt/viewProps.xml" ContentType="application/vnd.openxmlformats-officedocument.presentationml.viewProps+xml"/>
  <Override PartName="/ppt/presProps.xml" ContentType="application/vnd.openxmlformats-officedocument.presentationml.presProps+xml"/>
  <Override PartName="/ppt/slideMasters/slideMaster1.xml" ContentType="application/vnd.openxmlformats-officedocument.presentationml.slideMaster+xml"/>
  <Override PartName="/ppt/presentation.xml" ContentType="application/vnd.openxmlformats-officedocument.presentationml.presentation.main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7"/>
  </p:notesMasterIdLst>
  <p:sldIdLst>
    <p:sldId id="256" r:id="rId4"/>
    <p:sldId id="257" r:id="rId5"/>
    <p:sldId id="258" r:id="rId6"/>
  </p:sldIdLst>
  <p:sldSz cx="12192000" cy="6858000"/>
  <p:notesSz cx="6858000" cy="9144000"/>
  <p:defaultTextStyle>
    <a:defPPr>
      <a:defRPr lang="pt-PT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 /><Relationship Id="rId9" Type="http://schemas.openxmlformats.org/officeDocument/2006/relationships/tableStyles" Target="tableStyles.xml" /><Relationship Id="rId10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2708833" name="Espaço reservado para o cabeçalho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952804024" name="Espaço reservado para a data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pt-PT"/>
              <a:t>10/30/2013</a:t>
            </a:fld>
            <a:endParaRPr lang="pt-PT"/>
          </a:p>
        </p:txBody>
      </p:sp>
      <p:sp>
        <p:nvSpPr>
          <p:cNvPr id="609643619" name="Espaço reservado para imagem de diapositivo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pt-PT"/>
          </a:p>
        </p:txBody>
      </p:sp>
      <p:sp>
        <p:nvSpPr>
          <p:cNvPr id="509105657" name="Espaço reservado às notas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127370916" name="Espaço reservado ao rodapé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pt-PT"/>
          </a:p>
        </p:txBody>
      </p:sp>
      <p:sp>
        <p:nvSpPr>
          <p:cNvPr id="929087290" name="Espaço reservado para o número do diapositivo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pt-PT"/>
              <a:t>‹#›</a:t>
            </a:fld>
            <a:endParaRPr lang="pt-PT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6225275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57152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8691898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2F84733-B226-9491-332F-1CCFD0675755}" type="slidenum">
              <a:rPr lang="pt-PT"/>
              <a:t/>
            </a:fld>
            <a:endParaRPr lang="pt-PT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723322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913723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335647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DAD37F-3C27-3219-2F78-1C91AC7F2F54}" type="slidenum">
              <a:rPr lang="pt-PT"/>
              <a:t/>
            </a:fld>
            <a:endParaRPr lang="pt-PT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855941" name="Espaço reservado para imagem de diapositivo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89905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pt-PT">
              <a:latin typeface="Arial"/>
              <a:cs typeface="Arial"/>
            </a:endParaRPr>
          </a:p>
        </p:txBody>
      </p:sp>
      <p:sp>
        <p:nvSpPr>
          <p:cNvPr id="845528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pt-PT"/>
              <a:t>1</a:t>
            </a:fld>
            <a:endParaRPr lang="pt-PT"/>
          </a:p>
        </p:txBody>
      </p:sp>
    </p:spTree>
  </p:cSld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Diapositivo de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31555" name="Título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603012644" name="Subtítulo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pt-PT"/>
              <a:t>Faça clique para editar o estilo</a:t>
            </a:r>
            <a:endParaRPr lang="pt-PT"/>
          </a:p>
        </p:txBody>
      </p:sp>
      <p:sp>
        <p:nvSpPr>
          <p:cNvPr id="171245265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949693722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84287888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ítulo e objec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9514956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72809680" name="Marcador de Posição de Conteúdo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894143494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524749250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299775227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Cabeçalho da Sec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730012" name="Título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279853762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227724556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378421969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070171724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Conteúdo Dup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7363525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640931498" name="Marcador de Posição de Conteúdo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713660888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394579242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2030112027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738401057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açã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571875" name="Título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012103939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823306562" name="Marcador de Posição de Conteúdo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623247209" name="Marcador de Posição do Texto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402930752" name="Marcador de Posição de Conteúdo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848337527" name="Marcador de Posição da Data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2099782444" name="Marcador de Posição do Rodapé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336416171" name="Marcador de Posição do Número do Diapositivo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Só títul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980861" name="Título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293435235" name="Marcador de Posição da Data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345731481" name="Marcador de Posição do Rodapé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501476208" name="Marcador de Posição do Número do Diapositivo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Em branc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393199" name="Marcador de Posição da Data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493547701" name="Marcador de Posição do Rodapé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229446148" name="Marcador de Posição do Número do Diapositivo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údo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8663250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281907499" name="Marcador de Posição de Conteúdo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604625251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1552788633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74368363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1581161254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Imagem com Legenda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4268046" name="Título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2075415653" name="Marcador de Posição da Imagem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pt-PT"/>
              <a:t>Clique no ícone para adicionar imagem</a:t>
            </a:r>
            <a:endParaRPr lang="pt-PT"/>
          </a:p>
        </p:txBody>
      </p:sp>
      <p:sp>
        <p:nvSpPr>
          <p:cNvPr id="213699661" name="Marcador de Posição do Texto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pt-PT"/>
              <a:t>Clique para editar os estilos</a:t>
            </a:r>
            <a:endParaRPr/>
          </a:p>
        </p:txBody>
      </p:sp>
      <p:sp>
        <p:nvSpPr>
          <p:cNvPr id="2028266704" name="Marcador de Posição da Data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930871861" name="Marcador de Posição do Rodapé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653546149" name="Marcador de Posição do Número do Diapositivo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ítulo e texto vertical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428462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384662171" name="Marcador de Posição de Texto Vertical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546666870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89249633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536093347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Título vertical e texto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3622069" name="Título Vertical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pt-PT"/>
              <a:t>Clique para editar o estilo</a:t>
            </a:r>
            <a:endParaRPr lang="pt-PT"/>
          </a:p>
        </p:txBody>
      </p:sp>
      <p:sp>
        <p:nvSpPr>
          <p:cNvPr id="118500105" name="Marcador de Posição de Texto Vertical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pt-PT"/>
              <a:t>Clique para editar os estilos</a:t>
            </a:r>
            <a:endParaRPr/>
          </a:p>
          <a:p>
            <a:pPr lvl="1">
              <a:defRPr/>
            </a:pPr>
            <a:r>
              <a:rPr lang="pt-PT"/>
              <a:t>Segundo nível</a:t>
            </a:r>
            <a:endParaRPr/>
          </a:p>
          <a:p>
            <a:pPr lvl="2">
              <a:defRPr/>
            </a:pPr>
            <a:r>
              <a:rPr lang="pt-PT"/>
              <a:t>Terceiro nível</a:t>
            </a:r>
            <a:endParaRPr/>
          </a:p>
          <a:p>
            <a:pPr lvl="3">
              <a:defRPr/>
            </a:pPr>
            <a:r>
              <a:rPr lang="pt-PT"/>
              <a:t>Quarto nível</a:t>
            </a:r>
            <a:endParaRPr/>
          </a:p>
          <a:p>
            <a:pPr lvl="4">
              <a:defRPr/>
            </a:pPr>
            <a:r>
              <a:rPr lang="pt-PT"/>
              <a:t>Quinto nível</a:t>
            </a:r>
            <a:endParaRPr lang="pt-PT"/>
          </a:p>
        </p:txBody>
      </p:sp>
      <p:sp>
        <p:nvSpPr>
          <p:cNvPr id="1184486019" name="Marcador de Posição da Data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pt-PT"/>
              <a:t>30.10.2013</a:t>
            </a:fld>
            <a:endParaRPr lang="pt-PT"/>
          </a:p>
        </p:txBody>
      </p:sp>
      <p:sp>
        <p:nvSpPr>
          <p:cNvPr id="1345228547" name="Marcador de Posição do Rodapé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pt-PT"/>
          </a:p>
        </p:txBody>
      </p:sp>
      <p:sp>
        <p:nvSpPr>
          <p:cNvPr id="2112574320" name="Marcador de Posição do Número do Diapositivo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pt-PT"/>
              <a:t>‹#›</a:t>
            </a:fld>
            <a:endParaRPr lang="pt-PT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025292" name="Marcador de Posição do Título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pt-BR"/>
              <a:t>Clique para editar o estilo</a:t>
            </a:r>
            <a:endParaRPr lang="pt-BR"/>
          </a:p>
        </p:txBody>
      </p:sp>
      <p:sp>
        <p:nvSpPr>
          <p:cNvPr id="1087705209" name="Marcador de Posição do Texto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pt-BR"/>
              <a:t>Clique para editar os estilos</a:t>
            </a:r>
            <a:endParaRPr/>
          </a:p>
          <a:p>
            <a:pPr lvl="1">
              <a:defRPr/>
            </a:pPr>
            <a:r>
              <a:rPr lang="pt-BR"/>
              <a:t>Segundo nível</a:t>
            </a:r>
            <a:endParaRPr/>
          </a:p>
          <a:p>
            <a:pPr lvl="2">
              <a:defRPr/>
            </a:pPr>
            <a:r>
              <a:rPr lang="pt-BR"/>
              <a:t>Terceiro nível</a:t>
            </a:r>
            <a:endParaRPr/>
          </a:p>
          <a:p>
            <a:pPr lvl="3">
              <a:defRPr/>
            </a:pPr>
            <a:r>
              <a:rPr lang="pt-BR"/>
              <a:t>Quarto nível</a:t>
            </a:r>
            <a:endParaRPr/>
          </a:p>
          <a:p>
            <a:pPr lvl="4">
              <a:defRPr/>
            </a:pPr>
            <a:r>
              <a:rPr lang="pt-BR"/>
              <a:t>Quinto nível</a:t>
            </a:r>
            <a:endParaRPr lang="pt-BR"/>
          </a:p>
        </p:txBody>
      </p:sp>
      <p:sp>
        <p:nvSpPr>
          <p:cNvPr id="772226953" name="Marcador de Posição da Data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pt-BR"/>
              <a:t>30.10.2013</a:t>
            </a:fld>
            <a:endParaRPr lang="pt-BR"/>
          </a:p>
        </p:txBody>
      </p:sp>
      <p:sp>
        <p:nvSpPr>
          <p:cNvPr id="654514633" name="Marcador de Posição do Rodapé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pt-BR"/>
          </a:p>
        </p:txBody>
      </p:sp>
      <p:sp>
        <p:nvSpPr>
          <p:cNvPr id="1398175640" name="Marcador de Posição do Número do Diapositivo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pt-BR"/>
              <a:t>‹#›</a:t>
            </a:fld>
            <a:endParaRPr lang="pt-B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6338101" name=""/>
          <p:cNvSpPr/>
          <p:nvPr/>
        </p:nvSpPr>
        <p:spPr bwMode="auto">
          <a:xfrm flipH="0" flipV="0">
            <a:off x="-10582" y="-10582"/>
            <a:ext cx="12213165" cy="6868581"/>
          </a:xfrm>
          <a:prstGeom prst="rect">
            <a:avLst/>
          </a:prstGeom>
          <a:noFill/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378414402" name=""/>
          <p:cNvSpPr/>
          <p:nvPr/>
        </p:nvSpPr>
        <p:spPr bwMode="auto">
          <a:xfrm flipH="0" flipV="0">
            <a:off x="914800" y="3868320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922529935" name=""/>
          <p:cNvSpPr/>
          <p:nvPr/>
        </p:nvSpPr>
        <p:spPr bwMode="auto">
          <a:xfrm flipH="0" flipV="0">
            <a:off x="3726397" y="5403969"/>
            <a:ext cx="1724492" cy="90577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with Google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869843734" name="Título 1"/>
          <p:cNvSpPr>
            <a:spLocks noGrp="1"/>
          </p:cNvSpPr>
          <p:nvPr/>
        </p:nvSpPr>
        <p:spPr bwMode="auto">
          <a:xfrm flipH="0" flipV="0">
            <a:off x="46952" y="10270"/>
            <a:ext cx="10151033" cy="855069"/>
          </a:xfrm>
        </p:spPr>
        <p:txBody>
          <a:bodyPr vert="horz" lIns="91440" tIns="45720" rIns="91440" bIns="45720" rtlCol="0" anchor="ctr">
            <a:normAutofit/>
          </a:bodyPr>
          <a:lstStyle>
            <a:lvl1pPr algn="l" defTabSz="914400">
              <a:lnSpc>
                <a:spcPct val="90000"/>
              </a:lnSpc>
              <a:spcBef>
                <a:spcPts val="0"/>
              </a:spcBef>
              <a:buNone/>
              <a:defRPr sz="44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defRPr/>
            </a:pPr>
            <a:r>
              <a:rPr sz="2800"/>
              <a:t>Neo Training Server –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C#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Monolith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 </a:t>
            </a:r>
            <a:r>
              <a:rPr sz="2800"/>
              <a:t>Tech Stack</a:t>
            </a:r>
            <a:endParaRPr sz="2800"/>
          </a:p>
        </p:txBody>
      </p:sp>
      <p:sp>
        <p:nvSpPr>
          <p:cNvPr id="1911867400" name=""/>
          <p:cNvSpPr/>
          <p:nvPr/>
        </p:nvSpPr>
        <p:spPr bwMode="auto">
          <a:xfrm flipH="0" flipV="0">
            <a:off x="914800" y="1842637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581222029" name=""/>
          <p:cNvSpPr/>
          <p:nvPr/>
        </p:nvSpPr>
        <p:spPr bwMode="auto">
          <a:xfrm flipH="0" flipV="0">
            <a:off x="3637527" y="1842637"/>
            <a:ext cx="1902232" cy="3084626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Login Controller:</a:t>
            </a:r>
            <a:endParaRPr sz="1200">
              <a:solidFill>
                <a:schemeClr val="tx1"/>
              </a:solidFill>
            </a:endParaRPr>
          </a:p>
          <a:p>
            <a:pPr marL="261848" indent="-26184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Autorize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DB Controller:</a:t>
            </a: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lang="pt-PT" sz="12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485539681" name=""/>
          <p:cNvSpPr/>
          <p:nvPr/>
        </p:nvSpPr>
        <p:spPr bwMode="auto">
          <a:xfrm flipH="0" flipV="0">
            <a:off x="6751454" y="1305103"/>
            <a:ext cx="1730907" cy="700740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1056316094" name=""/>
          <p:cNvCxnSpPr/>
          <p:nvPr/>
        </p:nvCxnSpPr>
        <p:spPr bwMode="auto">
          <a:xfrm rot="0" flipH="0" flipV="0">
            <a:off x="2645707" y="2340924"/>
            <a:ext cx="991819" cy="1044025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4285399" name=""/>
          <p:cNvCxnSpPr/>
          <p:nvPr/>
        </p:nvCxnSpPr>
        <p:spPr bwMode="auto">
          <a:xfrm rot="16199969" flipH="0" flipV="0">
            <a:off x="4350291" y="5165617"/>
            <a:ext cx="476703" cy="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5421841" name=""/>
          <p:cNvSpPr/>
          <p:nvPr/>
        </p:nvSpPr>
        <p:spPr bwMode="auto">
          <a:xfrm flipH="0" flipV="0">
            <a:off x="7380435" y="2951781"/>
            <a:ext cx="1020420" cy="866338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2073718704" name=""/>
          <p:cNvCxnSpPr/>
          <p:nvPr/>
        </p:nvCxnSpPr>
        <p:spPr bwMode="auto">
          <a:xfrm rot="10799990" flipH="0" flipV="1">
            <a:off x="5539761" y="3384951"/>
            <a:ext cx="1840673" cy="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7761049" name=""/>
          <p:cNvSpPr txBox="1"/>
          <p:nvPr/>
        </p:nvSpPr>
        <p:spPr bwMode="auto">
          <a:xfrm rot="0" flipH="0" flipV="0">
            <a:off x="5762800" y="2951781"/>
            <a:ext cx="1429286" cy="36611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Login/logout</a:t>
            </a:r>
            <a:endParaRPr/>
          </a:p>
        </p:txBody>
      </p:sp>
      <p:cxnSp>
        <p:nvCxnSpPr>
          <p:cNvPr id="903762901" name=""/>
          <p:cNvCxnSpPr/>
          <p:nvPr/>
        </p:nvCxnSpPr>
        <p:spPr bwMode="auto">
          <a:xfrm rot="10799990" flipH="0" flipV="1">
            <a:off x="2645707" y="3384951"/>
            <a:ext cx="991819" cy="981655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77032195" name=""/>
          <p:cNvSpPr/>
          <p:nvPr/>
        </p:nvSpPr>
        <p:spPr bwMode="auto">
          <a:xfrm flipH="0" flipV="0">
            <a:off x="9352783" y="4226274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7030A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Mobile APP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Kotlin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Android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286094230" name=""/>
          <p:cNvSpPr/>
          <p:nvPr/>
        </p:nvSpPr>
        <p:spPr bwMode="auto">
          <a:xfrm flipH="0" flipV="0">
            <a:off x="9352783" y="2746329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WebSite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131868406" name=""/>
          <p:cNvCxnSpPr/>
          <p:nvPr/>
        </p:nvCxnSpPr>
        <p:spPr bwMode="auto">
          <a:xfrm rot="0" flipH="0" flipV="0">
            <a:off x="8400855" y="3384951"/>
            <a:ext cx="951926" cy="0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9009707" name=""/>
          <p:cNvCxnSpPr/>
          <p:nvPr/>
        </p:nvCxnSpPr>
        <p:spPr bwMode="auto">
          <a:xfrm rot="0" flipH="0" flipV="0">
            <a:off x="8400855" y="3384951"/>
            <a:ext cx="951926" cy="1479942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7910390" name=""/>
          <p:cNvCxnSpPr/>
          <p:nvPr/>
        </p:nvCxnSpPr>
        <p:spPr bwMode="auto">
          <a:xfrm rot="0" flipH="0" flipV="0">
            <a:off x="8482361" y="1655473"/>
            <a:ext cx="1821537" cy="1090854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9326985" name=""/>
          <p:cNvSpPr/>
          <p:nvPr/>
        </p:nvSpPr>
        <p:spPr bwMode="auto">
          <a:xfrm flipH="0" flipV="0">
            <a:off x="-10582" y="-10582"/>
            <a:ext cx="12213165" cy="6868581"/>
          </a:xfrm>
          <a:prstGeom prst="rect">
            <a:avLst/>
          </a:prstGeom>
          <a:noFill/>
          <a:ln w="12699" cap="flat" cmpd="sng" algn="ctr">
            <a:solidFill>
              <a:schemeClr val="tx1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38131776" name=""/>
          <p:cNvSpPr/>
          <p:nvPr/>
        </p:nvSpPr>
        <p:spPr bwMode="auto">
          <a:xfrm flipH="0" flipV="0">
            <a:off x="2052174" y="3851451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814003918" name=""/>
          <p:cNvSpPr/>
          <p:nvPr/>
        </p:nvSpPr>
        <p:spPr bwMode="auto">
          <a:xfrm flipH="0" flipV="0">
            <a:off x="4088876" y="3896851"/>
            <a:ext cx="1724492" cy="90577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com Google/Facebook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5169821" name="Título 1"/>
          <p:cNvSpPr>
            <a:spLocks noGrp="1"/>
          </p:cNvSpPr>
          <p:nvPr>
            <p:ph type="title"/>
          </p:nvPr>
        </p:nvSpPr>
        <p:spPr bwMode="auto">
          <a:xfrm flipH="0" flipV="0">
            <a:off x="46953" y="10270"/>
            <a:ext cx="10151034" cy="855069"/>
          </a:xfrm>
        </p:spPr>
        <p:txBody>
          <a:bodyPr/>
          <a:lstStyle/>
          <a:p>
            <a:pPr>
              <a:defRPr/>
            </a:pPr>
            <a:r>
              <a:rPr sz="2800"/>
              <a:t>Neo Training Server -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MicroServices</a:t>
            </a:r>
            <a:r>
              <a:rPr sz="2800"/>
              <a:t> Hell Tech Stack</a:t>
            </a:r>
            <a:endParaRPr sz="2800"/>
          </a:p>
        </p:txBody>
      </p:sp>
      <p:sp>
        <p:nvSpPr>
          <p:cNvPr id="2031861097" name=""/>
          <p:cNvSpPr/>
          <p:nvPr/>
        </p:nvSpPr>
        <p:spPr bwMode="auto">
          <a:xfrm flipH="0" flipV="0">
            <a:off x="189441" y="3854459"/>
            <a:ext cx="1730907" cy="99657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520749008" name=""/>
          <p:cNvSpPr/>
          <p:nvPr/>
        </p:nvSpPr>
        <p:spPr bwMode="auto">
          <a:xfrm flipH="0" flipV="0">
            <a:off x="4000005" y="862332"/>
            <a:ext cx="1902232" cy="270096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61848" indent="-26184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Autorize User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52237755" name=""/>
          <p:cNvSpPr/>
          <p:nvPr/>
        </p:nvSpPr>
        <p:spPr bwMode="auto">
          <a:xfrm flipH="0" flipV="0">
            <a:off x="2917629" y="5840634"/>
            <a:ext cx="1730907" cy="700740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1" indent="-217791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279569497" name=""/>
          <p:cNvSpPr/>
          <p:nvPr/>
        </p:nvSpPr>
        <p:spPr bwMode="auto">
          <a:xfrm flipH="0" flipV="0">
            <a:off x="5868941" y="5171283"/>
            <a:ext cx="1902232" cy="1450973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92D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RestAPI (BD &lt;=&gt; User)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1932786060" name=""/>
          <p:cNvCxnSpPr>
            <a:stCxn id="2031861097" idx="0"/>
            <a:endCxn id="520749008" idx="1"/>
          </p:cNvCxnSpPr>
          <p:nvPr/>
        </p:nvCxnSpPr>
        <p:spPr bwMode="auto">
          <a:xfrm rot="16199934" flipH="0" flipV="0">
            <a:off x="1706628" y="1561082"/>
            <a:ext cx="1641641" cy="2945109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3768593" name=""/>
          <p:cNvCxnSpPr>
            <a:stCxn id="1279569497" idx="0"/>
            <a:endCxn id="520749008" idx="3"/>
          </p:cNvCxnSpPr>
          <p:nvPr/>
        </p:nvCxnSpPr>
        <p:spPr bwMode="auto">
          <a:xfrm rot="16199934" flipH="0" flipV="1">
            <a:off x="4881916" y="3233138"/>
            <a:ext cx="2958467" cy="91781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2353446" name=""/>
          <p:cNvCxnSpPr>
            <a:stCxn id="814003918" idx="0"/>
            <a:endCxn id="520749008" idx="2"/>
          </p:cNvCxnSpPr>
          <p:nvPr/>
        </p:nvCxnSpPr>
        <p:spPr bwMode="auto">
          <a:xfrm rot="16199934" flipH="0" flipV="1">
            <a:off x="4784347" y="3730075"/>
            <a:ext cx="333550" cy="0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13766570" name=""/>
          <p:cNvSpPr/>
          <p:nvPr/>
        </p:nvSpPr>
        <p:spPr bwMode="auto">
          <a:xfrm flipH="0" flipV="0">
            <a:off x="8442960" y="3821234"/>
            <a:ext cx="1020420" cy="866338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733568832" name=""/>
          <p:cNvCxnSpPr>
            <a:stCxn id="1279569497" idx="3"/>
            <a:endCxn id="1113766570" idx="1"/>
          </p:cNvCxnSpPr>
          <p:nvPr/>
        </p:nvCxnSpPr>
        <p:spPr bwMode="auto">
          <a:xfrm rot="0" flipH="0" flipV="1">
            <a:off x="7771176" y="4254404"/>
            <a:ext cx="671784" cy="1642365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806570" name=""/>
          <p:cNvCxnSpPr>
            <a:stCxn id="1279569497" idx="1"/>
            <a:endCxn id="1938131776" idx="2"/>
          </p:cNvCxnSpPr>
          <p:nvPr/>
        </p:nvCxnSpPr>
        <p:spPr bwMode="auto">
          <a:xfrm rot="10799956" flipH="0" flipV="0">
            <a:off x="2917629" y="4848025"/>
            <a:ext cx="2951312" cy="104874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9561991" name=""/>
          <p:cNvCxnSpPr>
            <a:stCxn id="652237755" idx="3"/>
            <a:endCxn id="1279569497" idx="1"/>
          </p:cNvCxnSpPr>
          <p:nvPr/>
        </p:nvCxnSpPr>
        <p:spPr bwMode="auto">
          <a:xfrm rot="0" flipH="0" flipV="1">
            <a:off x="4648537" y="5896770"/>
            <a:ext cx="1220404" cy="29423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8413396" name=""/>
          <p:cNvCxnSpPr>
            <a:stCxn id="2031861097" idx="2"/>
            <a:endCxn id="1279569497" idx="1"/>
          </p:cNvCxnSpPr>
          <p:nvPr/>
        </p:nvCxnSpPr>
        <p:spPr bwMode="auto">
          <a:xfrm rot="5399943" flipH="0" flipV="1">
            <a:off x="2939050" y="2966879"/>
            <a:ext cx="1045734" cy="4814046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1472172" name=""/>
          <p:cNvCxnSpPr>
            <a:stCxn id="1113766570" idx="1"/>
            <a:endCxn id="520749008" idx="3"/>
          </p:cNvCxnSpPr>
          <p:nvPr/>
        </p:nvCxnSpPr>
        <p:spPr bwMode="auto">
          <a:xfrm rot="10799956" flipH="0" flipV="0">
            <a:off x="5902238" y="2212816"/>
            <a:ext cx="2540720" cy="2041587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1018128" name=""/>
          <p:cNvSpPr txBox="1"/>
          <p:nvPr/>
        </p:nvSpPr>
        <p:spPr bwMode="auto">
          <a:xfrm rot="2294180" flipH="0" flipV="0">
            <a:off x="6618534" y="2912112"/>
            <a:ext cx="1429285" cy="366118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/>
              <a:t>Login/logout</a:t>
            </a:r>
            <a:endParaRPr/>
          </a:p>
        </p:txBody>
      </p:sp>
      <p:cxnSp>
        <p:nvCxnSpPr>
          <p:cNvPr id="1287973462" name=""/>
          <p:cNvCxnSpPr>
            <a:stCxn id="520749008" idx="1"/>
            <a:endCxn id="1938131776" idx="0"/>
          </p:cNvCxnSpPr>
          <p:nvPr/>
        </p:nvCxnSpPr>
        <p:spPr bwMode="auto">
          <a:xfrm rot="10799956" flipH="0" flipV="1">
            <a:off x="2917629" y="2212816"/>
            <a:ext cx="1082376" cy="1638632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67619984" name=""/>
          <p:cNvSpPr txBox="1"/>
          <p:nvPr/>
        </p:nvSpPr>
        <p:spPr bwMode="auto">
          <a:xfrm rot="4379276" flipH="0" flipV="0">
            <a:off x="5852769" y="3714340"/>
            <a:ext cx="1555251" cy="365758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l">
              <a:defRPr/>
            </a:pPr>
            <a:r>
              <a:rPr/>
              <a:t>Auth/Autorize</a:t>
            </a:r>
            <a:endParaRPr/>
          </a:p>
        </p:txBody>
      </p:sp>
      <p:sp>
        <p:nvSpPr>
          <p:cNvPr id="528219502" name=""/>
          <p:cNvSpPr/>
          <p:nvPr/>
        </p:nvSpPr>
        <p:spPr bwMode="auto">
          <a:xfrm flipH="0" flipV="0">
            <a:off x="10062489" y="4226274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7030A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Mobile APP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Kotlin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Android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sp>
        <p:nvSpPr>
          <p:cNvPr id="666911365" name=""/>
          <p:cNvSpPr/>
          <p:nvPr/>
        </p:nvSpPr>
        <p:spPr bwMode="auto">
          <a:xfrm flipH="0" flipV="0">
            <a:off x="10062489" y="2746329"/>
            <a:ext cx="1902232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WebSite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265269556" name=""/>
          <p:cNvCxnSpPr>
            <a:stCxn id="1113766570" idx="3"/>
            <a:endCxn id="666911365" idx="1"/>
          </p:cNvCxnSpPr>
          <p:nvPr/>
        </p:nvCxnSpPr>
        <p:spPr bwMode="auto">
          <a:xfrm rot="0" flipH="0" flipV="1">
            <a:off x="9463381" y="3384951"/>
            <a:ext cx="599107" cy="869451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9903166" name=""/>
          <p:cNvCxnSpPr>
            <a:stCxn id="1113766570" idx="3"/>
            <a:endCxn id="528219502" idx="1"/>
          </p:cNvCxnSpPr>
          <p:nvPr/>
        </p:nvCxnSpPr>
        <p:spPr bwMode="auto">
          <a:xfrm rot="0" flipH="0" flipV="0">
            <a:off x="9463381" y="4254404"/>
            <a:ext cx="599107" cy="610489"/>
          </a:xfrm>
          <a:prstGeom prst="line">
            <a:avLst/>
          </a:prstGeom>
          <a:ln w="28575" cap="flat" cmpd="sng" algn="ctr">
            <a:solidFill>
              <a:schemeClr val="accent1">
                <a:lumMod val="74901"/>
              </a:schemeClr>
            </a:solidFill>
            <a:prstDash val="sysDot"/>
            <a:miter lim="800000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2270815" name=""/>
          <p:cNvSpPr/>
          <p:nvPr/>
        </p:nvSpPr>
        <p:spPr bwMode="auto">
          <a:xfrm flipH="0" flipV="0">
            <a:off x="3493103" y="3884036"/>
            <a:ext cx="1724494" cy="905773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2" indent="-217792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com Google/Facebook 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699313828" name="Título 1"/>
          <p:cNvSpPr>
            <a:spLocks noGrp="1"/>
          </p:cNvSpPr>
          <p:nvPr>
            <p:ph type="title"/>
          </p:nvPr>
        </p:nvSpPr>
        <p:spPr bwMode="auto">
          <a:xfrm flipH="0" flipV="0">
            <a:off x="46954" y="10271"/>
            <a:ext cx="10151035" cy="855070"/>
          </a:xfrm>
        </p:spPr>
        <p:txBody>
          <a:bodyPr/>
          <a:lstStyle/>
          <a:p>
            <a:pPr>
              <a:defRPr/>
            </a:pPr>
            <a:r>
              <a:rPr sz="2800"/>
              <a:t>(Sistema de Informação) – </a:t>
            </a:r>
            <a:r>
              <a:rPr lang="pt-PT" sz="2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The Monolith</a:t>
            </a:r>
            <a:r>
              <a:rPr sz="2800"/>
              <a:t> Tech Stack</a:t>
            </a:r>
            <a:endParaRPr sz="2800"/>
          </a:p>
        </p:txBody>
      </p:sp>
      <p:sp>
        <p:nvSpPr>
          <p:cNvPr id="150304252" name=""/>
          <p:cNvSpPr/>
          <p:nvPr/>
        </p:nvSpPr>
        <p:spPr bwMode="auto">
          <a:xfrm flipH="0" flipV="0">
            <a:off x="373943" y="3037790"/>
            <a:ext cx="1730908" cy="996576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206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DataBase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 MySQL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1755451110" name=""/>
          <p:cNvSpPr/>
          <p:nvPr/>
        </p:nvSpPr>
        <p:spPr bwMode="auto">
          <a:xfrm flipH="0" flipV="0">
            <a:off x="2761294" y="1056294"/>
            <a:ext cx="1902234" cy="2554489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00B0F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Auth Service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(??)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(??)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61850" indent="-261850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Create Acount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(2FA)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Logout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User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Expire Tokens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Rotate Tokens</a:t>
            </a: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  <a:p>
            <a:pPr marL="283879" indent="-283879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Google / Facebook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993119708" name=""/>
          <p:cNvSpPr/>
          <p:nvPr/>
        </p:nvSpPr>
        <p:spPr bwMode="auto">
          <a:xfrm flipH="0" flipV="0">
            <a:off x="2104851" y="5968275"/>
            <a:ext cx="1730907" cy="700741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chemeClr val="bg1">
                <a:lumMod val="65098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External API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 marL="217793" indent="-217793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ChatBot</a:t>
            </a:r>
            <a:endParaRPr sz="1200">
              <a:solidFill>
                <a:schemeClr val="tx1"/>
              </a:solidFill>
            </a:endParaRPr>
          </a:p>
        </p:txBody>
      </p:sp>
      <p:sp>
        <p:nvSpPr>
          <p:cNvPr id="231327988" name=""/>
          <p:cNvSpPr/>
          <p:nvPr/>
        </p:nvSpPr>
        <p:spPr bwMode="auto">
          <a:xfrm flipH="0" flipV="0">
            <a:off x="5289181" y="4888028"/>
            <a:ext cx="1902233" cy="1780988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92D05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BackEnd (Proxy ISH)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C# .NET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Login / Logout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Auth / Autorize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Handle DB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495691564" name=""/>
          <p:cNvCxnSpPr>
            <a:stCxn id="150304252" idx="3"/>
            <a:endCxn id="1755451110" idx="1"/>
          </p:cNvCxnSpPr>
          <p:nvPr/>
        </p:nvCxnSpPr>
        <p:spPr bwMode="auto">
          <a:xfrm rot="0" flipH="0" flipV="1">
            <a:off x="2104852" y="2333539"/>
            <a:ext cx="656441" cy="120253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7128085" name=""/>
          <p:cNvCxnSpPr>
            <a:stCxn id="231327988" idx="0"/>
            <a:endCxn id="1755451110" idx="3"/>
          </p:cNvCxnSpPr>
          <p:nvPr/>
        </p:nvCxnSpPr>
        <p:spPr bwMode="auto">
          <a:xfrm rot="16199969" flipH="0" flipV="1">
            <a:off x="4174669" y="2822399"/>
            <a:ext cx="2554489" cy="1576769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217881" name=""/>
          <p:cNvCxnSpPr>
            <a:stCxn id="972270815" idx="0"/>
            <a:endCxn id="1755451110" idx="2"/>
          </p:cNvCxnSpPr>
          <p:nvPr/>
        </p:nvCxnSpPr>
        <p:spPr bwMode="auto">
          <a:xfrm rot="16199969" flipH="0" flipV="1">
            <a:off x="3897255" y="3425940"/>
            <a:ext cx="273251" cy="642938"/>
          </a:xfrm>
          <a:prstGeom prst="line">
            <a:avLst/>
          </a:prstGeom>
          <a:ln w="28575" cap="flat" cmpd="sng" algn="ctr">
            <a:solidFill>
              <a:schemeClr val="accent2">
                <a:lumMod val="40000"/>
                <a:lumOff val="60000"/>
              </a:schemeClr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1932743" name=""/>
          <p:cNvSpPr/>
          <p:nvPr/>
        </p:nvSpPr>
        <p:spPr bwMode="auto">
          <a:xfrm flipH="0" flipV="0">
            <a:off x="8139977" y="5133776"/>
            <a:ext cx="1902233" cy="1277244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FrontEnd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</a:t>
            </a:r>
            <a:r>
              <a:rPr sz="1200">
                <a:solidFill>
                  <a:schemeClr val="tx1"/>
                </a:solidFill>
              </a:rPr>
              <a:t> React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PC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Functions: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r>
              <a:rPr sz="1200">
                <a:solidFill>
                  <a:schemeClr val="tx1"/>
                </a:solidFill>
              </a:rPr>
              <a:t>UI / UX</a:t>
            </a:r>
            <a:endParaRPr sz="1200">
              <a:solidFill>
                <a:schemeClr val="tx1"/>
              </a:solidFill>
            </a:endParaRPr>
          </a:p>
          <a:p>
            <a:pPr marL="283878" indent="-283878">
              <a:buFont typeface="Arial"/>
              <a:buChar char="–"/>
              <a:defRPr/>
            </a:pPr>
            <a:endParaRPr sz="1200">
              <a:solidFill>
                <a:schemeClr val="tx1"/>
              </a:solidFill>
            </a:endParaRPr>
          </a:p>
        </p:txBody>
      </p:sp>
      <p:cxnSp>
        <p:nvCxnSpPr>
          <p:cNvPr id="1541545770" name=""/>
          <p:cNvCxnSpPr>
            <a:stCxn id="231327988" idx="3"/>
            <a:endCxn id="1461932743" idx="1"/>
          </p:cNvCxnSpPr>
          <p:nvPr/>
        </p:nvCxnSpPr>
        <p:spPr bwMode="auto">
          <a:xfrm rot="0" flipH="0" flipV="1">
            <a:off x="7191415" y="5775460"/>
            <a:ext cx="948561" cy="0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4605674" name=""/>
          <p:cNvCxnSpPr>
            <a:stCxn id="231327988" idx="1"/>
            <a:endCxn id="201668146" idx="3"/>
          </p:cNvCxnSpPr>
          <p:nvPr/>
        </p:nvCxnSpPr>
        <p:spPr bwMode="auto">
          <a:xfrm rot="10799989" flipH="0" flipV="0">
            <a:off x="2274536" y="5288097"/>
            <a:ext cx="3014645" cy="490424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7375480" name=""/>
          <p:cNvCxnSpPr>
            <a:stCxn id="993119708" idx="3"/>
            <a:endCxn id="231327988" idx="1"/>
          </p:cNvCxnSpPr>
          <p:nvPr/>
        </p:nvCxnSpPr>
        <p:spPr bwMode="auto">
          <a:xfrm rot="0" flipH="0" flipV="1">
            <a:off x="3835759" y="5778523"/>
            <a:ext cx="1453421" cy="540122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668146" name=""/>
          <p:cNvSpPr/>
          <p:nvPr/>
        </p:nvSpPr>
        <p:spPr bwMode="auto">
          <a:xfrm flipH="0" flipV="0">
            <a:off x="543628" y="4789810"/>
            <a:ext cx="1730907" cy="996575"/>
          </a:xfrm>
          <a:prstGeom prst="rect">
            <a:avLst/>
          </a:prstGeom>
          <a:solidFill>
            <a:schemeClr val="bg1"/>
          </a:solidFill>
          <a:ln w="38099" cap="flat" cmpd="sng" algn="ctr">
            <a:solidFill>
              <a:srgbClr val="FF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Redis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Tech: DB</a:t>
            </a:r>
            <a:endParaRPr sz="1200">
              <a:solidFill>
                <a:schemeClr val="tx1"/>
              </a:solidFill>
            </a:endParaRPr>
          </a:p>
          <a:p>
            <a:pPr>
              <a:defRPr/>
            </a:pPr>
            <a:r>
              <a:rPr sz="1200">
                <a:solidFill>
                  <a:schemeClr val="tx1"/>
                </a:solidFill>
              </a:rPr>
              <a:t>Running on: Docker</a:t>
            </a:r>
            <a:endParaRPr sz="1200">
              <a:solidFill>
                <a:schemeClr val="tx1"/>
              </a:solidFill>
            </a:endParaRPr>
          </a:p>
        </p:txBody>
      </p:sp>
      <p:cxnSp>
        <p:nvCxnSpPr>
          <p:cNvPr id="292663514" name=""/>
          <p:cNvCxnSpPr>
            <a:stCxn id="150304252" idx="2"/>
            <a:endCxn id="231327988" idx="1"/>
          </p:cNvCxnSpPr>
          <p:nvPr/>
        </p:nvCxnSpPr>
        <p:spPr bwMode="auto">
          <a:xfrm rot="5399976" flipH="0" flipV="1">
            <a:off x="2392211" y="2881553"/>
            <a:ext cx="1744156" cy="4049783"/>
          </a:xfrm>
          <a:prstGeom prst="line">
            <a:avLst/>
          </a:prstGeom>
          <a:ln w="28575" cap="flat" cmpd="sng" algn="ctr">
            <a:solidFill>
              <a:srgbClr val="FFC000"/>
            </a:solidFill>
            <a:prstDash val="sysDash"/>
            <a:miter lim="800000"/>
            <a:headEnd type="arrow" len="med"/>
            <a:tailEnd type="arrow" len="med"/>
          </a:ln>
        </p:spPr>
        <p:style>
          <a:lnRef idx="1">
            <a:schemeClr val="accent1">
              <a:shade val="50000"/>
            </a:schemeClr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ONLYOFFICE/8.3.3.21</Application>
  <PresentationFormat>On-screen Show (4:3)</PresentationFormat>
  <Paragraphs>0</Paragraphs>
  <Slides>3</Slides>
  <Notes>3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4" baseType="lpstr">
      <vt:lpstr>Theme 1</vt:lpstr>
      <vt:lpstr>Slide 1</vt:lpstr>
      <vt:lpstr>Slide 2</vt:lpstr>
      <vt:lpstr>Slide 3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2026-01-22T12:35:22Z</dcterms:modified>
</cp:coreProperties>
</file>