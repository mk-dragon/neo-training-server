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pt-PT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476099" name="Espaço reservado para o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80863637" name="Espaço reservado para 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PT"/>
              <a:t>10/30/2013</a:t>
            </a:fld>
            <a:endParaRPr lang="pt-PT"/>
          </a:p>
        </p:txBody>
      </p:sp>
      <p:sp>
        <p:nvSpPr>
          <p:cNvPr id="1111001905" name="Espaço reservado para imagem de diapositivo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PT"/>
          </a:p>
        </p:txBody>
      </p:sp>
      <p:sp>
        <p:nvSpPr>
          <p:cNvPr id="853624061" name="Espaço reservado às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956933935" name="Espaço reservado a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02403820" name="Espaço reservado para 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PT"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912785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111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14204927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F84733-B226-9491-332F-1CCFD0675755}" type="slidenum">
              <a:rPr lang="pt-PT"/>
              <a:t/>
            </a:fld>
            <a:endParaRPr lang="pt-PT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3516959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0857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1634342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PT"/>
              <a:t>1</a:t>
            </a:fld>
            <a:endParaRPr lang="pt-PT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095215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101427371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PT"/>
              <a:t>Faça clique para editar o estilo</a:t>
            </a:r>
            <a:endParaRPr lang="pt-PT"/>
          </a:p>
        </p:txBody>
      </p:sp>
      <p:sp>
        <p:nvSpPr>
          <p:cNvPr id="10198348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733362750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229222451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552665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755475116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63192628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889011633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022790179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574924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613899851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88359763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382927312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56308142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202949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734330135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544206605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764445213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213981844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341426231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44864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391121573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55068633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595177727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751657457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78302714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957184635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74760646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177602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546471976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057791436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2045824942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761901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473081844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316044375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664880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475136109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601825048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996976719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2126233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2140422811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94498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917982975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PT"/>
              <a:t>Clique no ícone para adicionar imagem</a:t>
            </a:r>
            <a:endParaRPr lang="pt-PT"/>
          </a:p>
        </p:txBody>
      </p:sp>
      <p:sp>
        <p:nvSpPr>
          <p:cNvPr id="1929865541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377249767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423125082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404581559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0728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222863275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278188720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364541185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599963443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976084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402752496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395970493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58029848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583370139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854216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883275267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511864268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047014542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839621672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11141" name=""/>
          <p:cNvSpPr/>
          <p:nvPr/>
        </p:nvSpPr>
        <p:spPr bwMode="auto">
          <a:xfrm flipH="0" flipV="0">
            <a:off x="-10583" y="-10583"/>
            <a:ext cx="12213166" cy="6868582"/>
          </a:xfrm>
          <a:prstGeom prst="rect">
            <a:avLst/>
          </a:prstGeom>
          <a:noFill/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467138779" name=""/>
          <p:cNvSpPr/>
          <p:nvPr/>
        </p:nvSpPr>
        <p:spPr bwMode="auto">
          <a:xfrm flipH="0" flipV="0">
            <a:off x="2052175" y="3851451"/>
            <a:ext cx="1730907" cy="99657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805230290" name=""/>
          <p:cNvSpPr/>
          <p:nvPr/>
        </p:nvSpPr>
        <p:spPr bwMode="auto">
          <a:xfrm flipH="0" flipV="0">
            <a:off x="4088876" y="3896852"/>
            <a:ext cx="1724493" cy="905772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62108778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3" y="10271"/>
            <a:ext cx="10151034" cy="855070"/>
          </a:xfrm>
        </p:spPr>
        <p:txBody>
          <a:bodyPr/>
          <a:lstStyle/>
          <a:p>
            <a:pPr>
              <a:defRPr/>
            </a:pPr>
            <a:r>
              <a:rPr sz="2800"/>
              <a:t>Neo Training Server -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MicroServices</a:t>
            </a:r>
            <a:r>
              <a:rPr sz="2800"/>
              <a:t> Hell Tech Stack</a:t>
            </a:r>
            <a:endParaRPr sz="2800"/>
          </a:p>
        </p:txBody>
      </p:sp>
      <p:sp>
        <p:nvSpPr>
          <p:cNvPr id="143777857" name=""/>
          <p:cNvSpPr/>
          <p:nvPr/>
        </p:nvSpPr>
        <p:spPr bwMode="auto">
          <a:xfrm flipH="0" flipV="0">
            <a:off x="189441" y="3854460"/>
            <a:ext cx="1730907" cy="99657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833997612" name=""/>
          <p:cNvSpPr/>
          <p:nvPr/>
        </p:nvSpPr>
        <p:spPr bwMode="auto">
          <a:xfrm flipH="0" flipV="0">
            <a:off x="4000006" y="862333"/>
            <a:ext cx="1902233" cy="270096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49" indent="-26184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Autorize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737524108" name=""/>
          <p:cNvSpPr/>
          <p:nvPr/>
        </p:nvSpPr>
        <p:spPr bwMode="auto">
          <a:xfrm flipH="0" flipV="0">
            <a:off x="2917629" y="5840635"/>
            <a:ext cx="1730907" cy="70074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47197208" name=""/>
          <p:cNvSpPr/>
          <p:nvPr/>
        </p:nvSpPr>
        <p:spPr bwMode="auto">
          <a:xfrm flipH="0" flipV="0">
            <a:off x="5868942" y="5171284"/>
            <a:ext cx="1902233" cy="14509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RestAPI (BD &lt;=&gt; User)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822045311" name=""/>
          <p:cNvCxnSpPr>
            <a:stCxn id="143777857" idx="0"/>
            <a:endCxn id="833997612" idx="1"/>
          </p:cNvCxnSpPr>
          <p:nvPr/>
        </p:nvCxnSpPr>
        <p:spPr bwMode="auto">
          <a:xfrm rot="16199969" flipH="0" flipV="0">
            <a:off x="1706629" y="1561083"/>
            <a:ext cx="1641642" cy="294511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879741" name=""/>
          <p:cNvCxnSpPr>
            <a:stCxn id="147197208" idx="0"/>
            <a:endCxn id="833997612" idx="3"/>
          </p:cNvCxnSpPr>
          <p:nvPr/>
        </p:nvCxnSpPr>
        <p:spPr bwMode="auto">
          <a:xfrm rot="16199969" flipH="0" flipV="1">
            <a:off x="4881916" y="3233139"/>
            <a:ext cx="2958467" cy="91781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8005965" name=""/>
          <p:cNvCxnSpPr>
            <a:stCxn id="1805230290" idx="0"/>
            <a:endCxn id="833997612" idx="2"/>
          </p:cNvCxnSpPr>
          <p:nvPr/>
        </p:nvCxnSpPr>
        <p:spPr bwMode="auto">
          <a:xfrm rot="16199969" flipH="0" flipV="1">
            <a:off x="4784347" y="3730076"/>
            <a:ext cx="333551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2025083" name=""/>
          <p:cNvSpPr/>
          <p:nvPr/>
        </p:nvSpPr>
        <p:spPr bwMode="auto">
          <a:xfrm flipH="0" flipV="0">
            <a:off x="8442961" y="3821235"/>
            <a:ext cx="1020420" cy="866339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433327076" name=""/>
          <p:cNvCxnSpPr>
            <a:stCxn id="147197208" idx="3"/>
            <a:endCxn id="1862025083" idx="1"/>
          </p:cNvCxnSpPr>
          <p:nvPr/>
        </p:nvCxnSpPr>
        <p:spPr bwMode="auto">
          <a:xfrm rot="0" flipH="0" flipV="1">
            <a:off x="7771176" y="4254405"/>
            <a:ext cx="671785" cy="1642366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7919703" name=""/>
          <p:cNvCxnSpPr>
            <a:stCxn id="147197208" idx="1"/>
            <a:endCxn id="1467138779" idx="2"/>
          </p:cNvCxnSpPr>
          <p:nvPr/>
        </p:nvCxnSpPr>
        <p:spPr bwMode="auto">
          <a:xfrm rot="10799989" flipH="0" flipV="0">
            <a:off x="2917629" y="4848026"/>
            <a:ext cx="2951312" cy="104874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115637" name=""/>
          <p:cNvCxnSpPr>
            <a:stCxn id="1737524108" idx="3"/>
            <a:endCxn id="147197208" idx="1"/>
          </p:cNvCxnSpPr>
          <p:nvPr/>
        </p:nvCxnSpPr>
        <p:spPr bwMode="auto">
          <a:xfrm rot="0" flipH="0" flipV="1">
            <a:off x="4648537" y="5896771"/>
            <a:ext cx="1220405" cy="29423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171854" name=""/>
          <p:cNvCxnSpPr>
            <a:stCxn id="143777857" idx="2"/>
            <a:endCxn id="147197208" idx="1"/>
          </p:cNvCxnSpPr>
          <p:nvPr/>
        </p:nvCxnSpPr>
        <p:spPr bwMode="auto">
          <a:xfrm rot="5399976" flipH="0" flipV="1">
            <a:off x="2939051" y="2966880"/>
            <a:ext cx="1045735" cy="4814046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8507396" name=""/>
          <p:cNvCxnSpPr>
            <a:stCxn id="1862025083" idx="1"/>
            <a:endCxn id="833997612" idx="3"/>
          </p:cNvCxnSpPr>
          <p:nvPr/>
        </p:nvCxnSpPr>
        <p:spPr bwMode="auto">
          <a:xfrm rot="10799989" flipH="0" flipV="0">
            <a:off x="5902239" y="2212817"/>
            <a:ext cx="2540721" cy="204158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3505518" name=""/>
          <p:cNvSpPr txBox="1"/>
          <p:nvPr/>
        </p:nvSpPr>
        <p:spPr bwMode="auto">
          <a:xfrm rot="2294214" flipH="0" flipV="0">
            <a:off x="6618534" y="2912112"/>
            <a:ext cx="142928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Login/logout</a:t>
            </a:r>
            <a:endParaRPr/>
          </a:p>
        </p:txBody>
      </p:sp>
      <p:cxnSp>
        <p:nvCxnSpPr>
          <p:cNvPr id="707094121" name=""/>
          <p:cNvCxnSpPr>
            <a:stCxn id="833997612" idx="1"/>
            <a:endCxn id="1467138779" idx="0"/>
          </p:cNvCxnSpPr>
          <p:nvPr/>
        </p:nvCxnSpPr>
        <p:spPr bwMode="auto">
          <a:xfrm rot="10799989" flipH="0" flipV="1">
            <a:off x="2917629" y="2212817"/>
            <a:ext cx="1082376" cy="1638633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799058" name=""/>
          <p:cNvSpPr txBox="1"/>
          <p:nvPr/>
        </p:nvSpPr>
        <p:spPr bwMode="auto">
          <a:xfrm rot="4379311" flipH="0" flipV="0">
            <a:off x="5852770" y="3714341"/>
            <a:ext cx="155525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Auth/Autorize</a:t>
            </a:r>
            <a:endParaRPr/>
          </a:p>
        </p:txBody>
      </p:sp>
      <p:sp>
        <p:nvSpPr>
          <p:cNvPr id="751681082" name=""/>
          <p:cNvSpPr/>
          <p:nvPr/>
        </p:nvSpPr>
        <p:spPr bwMode="auto">
          <a:xfrm flipH="0" flipV="0">
            <a:off x="10062490" y="4226274"/>
            <a:ext cx="1902233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7030A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Mobile APP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Kotlin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Android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318127563" name=""/>
          <p:cNvSpPr/>
          <p:nvPr/>
        </p:nvSpPr>
        <p:spPr bwMode="auto">
          <a:xfrm flipH="0" flipV="0">
            <a:off x="10062490" y="2746330"/>
            <a:ext cx="1902233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WebSite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074836186" name=""/>
          <p:cNvCxnSpPr>
            <a:stCxn id="1862025083" idx="3"/>
            <a:endCxn id="318127563" idx="1"/>
          </p:cNvCxnSpPr>
          <p:nvPr/>
        </p:nvCxnSpPr>
        <p:spPr bwMode="auto">
          <a:xfrm rot="0" flipH="0" flipV="1">
            <a:off x="9463382" y="3384952"/>
            <a:ext cx="599108" cy="869452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0024515" name=""/>
          <p:cNvCxnSpPr>
            <a:stCxn id="1862025083" idx="3"/>
            <a:endCxn id="751681082" idx="1"/>
          </p:cNvCxnSpPr>
          <p:nvPr/>
        </p:nvCxnSpPr>
        <p:spPr bwMode="auto">
          <a:xfrm rot="0" flipH="0" flipV="0">
            <a:off x="9463382" y="4254405"/>
            <a:ext cx="599108" cy="610490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921233" name=""/>
          <p:cNvSpPr/>
          <p:nvPr/>
        </p:nvSpPr>
        <p:spPr bwMode="auto">
          <a:xfrm flipH="0" flipV="0">
            <a:off x="3493103" y="3884036"/>
            <a:ext cx="1724494" cy="905773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083387556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4" y="10271"/>
            <a:ext cx="10151035" cy="855070"/>
          </a:xfrm>
        </p:spPr>
        <p:txBody>
          <a:bodyPr/>
          <a:lstStyle/>
          <a:p>
            <a:pPr>
              <a:defRPr/>
            </a:pPr>
            <a:r>
              <a:rPr sz="2800"/>
              <a:t>(Sistema de Informação) –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Monolith</a:t>
            </a:r>
            <a:r>
              <a:rPr sz="2800"/>
              <a:t> Tech Stack</a:t>
            </a:r>
            <a:endParaRPr sz="2800"/>
          </a:p>
        </p:txBody>
      </p:sp>
      <p:sp>
        <p:nvSpPr>
          <p:cNvPr id="178397043" name=""/>
          <p:cNvSpPr/>
          <p:nvPr/>
        </p:nvSpPr>
        <p:spPr bwMode="auto">
          <a:xfrm flipH="0" flipV="0">
            <a:off x="373943" y="3037790"/>
            <a:ext cx="1730908" cy="99657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987764188" name=""/>
          <p:cNvSpPr/>
          <p:nvPr/>
        </p:nvSpPr>
        <p:spPr bwMode="auto">
          <a:xfrm flipH="0" flipV="0">
            <a:off x="2761294" y="1056294"/>
            <a:ext cx="1902234" cy="2554489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50" indent="-261850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421181730" name=""/>
          <p:cNvSpPr/>
          <p:nvPr/>
        </p:nvSpPr>
        <p:spPr bwMode="auto">
          <a:xfrm flipH="0" flipV="0">
            <a:off x="2104851" y="5968275"/>
            <a:ext cx="1730907" cy="70074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358357827" name=""/>
          <p:cNvSpPr/>
          <p:nvPr/>
        </p:nvSpPr>
        <p:spPr bwMode="auto">
          <a:xfrm flipH="0" flipV="0">
            <a:off x="5289181" y="4888028"/>
            <a:ext cx="1902233" cy="1780988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BackEnd (Proxy ISH)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/ 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/ Autorize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538077583" name=""/>
          <p:cNvCxnSpPr>
            <a:stCxn id="178397043" idx="3"/>
            <a:endCxn id="1987764188" idx="1"/>
          </p:cNvCxnSpPr>
          <p:nvPr/>
        </p:nvCxnSpPr>
        <p:spPr bwMode="auto">
          <a:xfrm rot="0" flipH="0" flipV="1">
            <a:off x="2104852" y="2333539"/>
            <a:ext cx="656441" cy="12025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9622452" name=""/>
          <p:cNvCxnSpPr>
            <a:stCxn id="1358357827" idx="0"/>
            <a:endCxn id="1987764188" idx="3"/>
          </p:cNvCxnSpPr>
          <p:nvPr/>
        </p:nvCxnSpPr>
        <p:spPr bwMode="auto">
          <a:xfrm rot="16199969" flipH="0" flipV="1">
            <a:off x="4174669" y="2822399"/>
            <a:ext cx="2554489" cy="157676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1586506" name=""/>
          <p:cNvCxnSpPr>
            <a:stCxn id="510921233" idx="0"/>
            <a:endCxn id="1987764188" idx="2"/>
          </p:cNvCxnSpPr>
          <p:nvPr/>
        </p:nvCxnSpPr>
        <p:spPr bwMode="auto">
          <a:xfrm rot="16199969" flipH="0" flipV="1">
            <a:off x="3897255" y="3425940"/>
            <a:ext cx="273251" cy="6429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611605" name=""/>
          <p:cNvSpPr/>
          <p:nvPr/>
        </p:nvSpPr>
        <p:spPr bwMode="auto">
          <a:xfrm flipH="0" flipV="0">
            <a:off x="8139977" y="5133776"/>
            <a:ext cx="1902233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539823803" name=""/>
          <p:cNvCxnSpPr>
            <a:stCxn id="1358357827" idx="3"/>
            <a:endCxn id="687611605" idx="1"/>
          </p:cNvCxnSpPr>
          <p:nvPr/>
        </p:nvCxnSpPr>
        <p:spPr bwMode="auto">
          <a:xfrm rot="0" flipH="0" flipV="1">
            <a:off x="7191415" y="5775460"/>
            <a:ext cx="948561" cy="0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5447375" name=""/>
          <p:cNvCxnSpPr>
            <a:stCxn id="1358357827" idx="1"/>
            <a:endCxn id="839135678" idx="3"/>
          </p:cNvCxnSpPr>
          <p:nvPr/>
        </p:nvCxnSpPr>
        <p:spPr bwMode="auto">
          <a:xfrm rot="10799989" flipH="0" flipV="0">
            <a:off x="2274536" y="5288097"/>
            <a:ext cx="3014645" cy="49042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977855" name=""/>
          <p:cNvCxnSpPr>
            <a:stCxn id="421181730" idx="3"/>
            <a:endCxn id="1358357827" idx="1"/>
          </p:cNvCxnSpPr>
          <p:nvPr/>
        </p:nvCxnSpPr>
        <p:spPr bwMode="auto">
          <a:xfrm rot="0" flipH="0" flipV="1">
            <a:off x="3835759" y="5778523"/>
            <a:ext cx="1453421" cy="540122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9135678" name=""/>
          <p:cNvSpPr/>
          <p:nvPr/>
        </p:nvSpPr>
        <p:spPr bwMode="auto">
          <a:xfrm flipH="0" flipV="0">
            <a:off x="543628" y="4789810"/>
            <a:ext cx="1730907" cy="99657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561408206" name=""/>
          <p:cNvCxnSpPr>
            <a:stCxn id="178397043" idx="2"/>
            <a:endCxn id="1358357827" idx="1"/>
          </p:cNvCxnSpPr>
          <p:nvPr/>
        </p:nvCxnSpPr>
        <p:spPr bwMode="auto">
          <a:xfrm rot="5399976" flipH="0" flipV="1">
            <a:off x="2392211" y="2881553"/>
            <a:ext cx="1744156" cy="404978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ONLYOFFICE/8.3.3.21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2026-01-07T15:23:02Z</dcterms:modified>
</cp:coreProperties>
</file>